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23"/>
  </p:notesMasterIdLst>
  <p:handoutMasterIdLst>
    <p:handoutMasterId r:id="rId24"/>
  </p:handoutMasterIdLst>
  <p:sldIdLst>
    <p:sldId id="330" r:id="rId2"/>
    <p:sldId id="436" r:id="rId3"/>
    <p:sldId id="437" r:id="rId4"/>
    <p:sldId id="479" r:id="rId5"/>
    <p:sldId id="473" r:id="rId6"/>
    <p:sldId id="476" r:id="rId7"/>
    <p:sldId id="445" r:id="rId8"/>
    <p:sldId id="446" r:id="rId9"/>
    <p:sldId id="447" r:id="rId10"/>
    <p:sldId id="448" r:id="rId11"/>
    <p:sldId id="518" r:id="rId12"/>
    <p:sldId id="451" r:id="rId13"/>
    <p:sldId id="458" r:id="rId14"/>
    <p:sldId id="459" r:id="rId15"/>
    <p:sldId id="460" r:id="rId16"/>
    <p:sldId id="461" r:id="rId17"/>
    <p:sldId id="514" r:id="rId18"/>
    <p:sldId id="462" r:id="rId19"/>
    <p:sldId id="477" r:id="rId20"/>
    <p:sldId id="463" r:id="rId21"/>
    <p:sldId id="467" r:id="rId22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10" autoAdjust="0"/>
    <p:restoredTop sz="94635"/>
  </p:normalViewPr>
  <p:slideViewPr>
    <p:cSldViewPr snapToGrid="0">
      <p:cViewPr varScale="1">
        <p:scale>
          <a:sx n="75" d="100"/>
          <a:sy n="75" d="100"/>
        </p:scale>
        <p:origin x="1618" y="43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Mario Wightman Rojas" userId="468d1616-4366-45b4-8440-4a57b3b20d5f" providerId="ADAL" clId="{6327976A-6C7A-405A-BCB5-733776486885}"/>
    <pc:docChg chg="delSld modSld">
      <pc:chgData name="Pedro Mario Wightman Rojas" userId="468d1616-4366-45b4-8440-4a57b3b20d5f" providerId="ADAL" clId="{6327976A-6C7A-405A-BCB5-733776486885}" dt="2025-02-05T21:45:38.828" v="23" actId="47"/>
      <pc:docMkLst>
        <pc:docMk/>
      </pc:docMkLst>
      <pc:sldChg chg="modSp mod">
        <pc:chgData name="Pedro Mario Wightman Rojas" userId="468d1616-4366-45b4-8440-4a57b3b20d5f" providerId="ADAL" clId="{6327976A-6C7A-405A-BCB5-733776486885}" dt="2025-02-05T21:44:24.938" v="19" actId="6549"/>
        <pc:sldMkLst>
          <pc:docMk/>
          <pc:sldMk cId="0" sldId="330"/>
        </pc:sldMkLst>
        <pc:spChg chg="mod">
          <ac:chgData name="Pedro Mario Wightman Rojas" userId="468d1616-4366-45b4-8440-4a57b3b20d5f" providerId="ADAL" clId="{6327976A-6C7A-405A-BCB5-733776486885}" dt="2025-02-05T21:44:24.938" v="19" actId="6549"/>
          <ac:spMkLst>
            <pc:docMk/>
            <pc:sldMk cId="0" sldId="330"/>
            <ac:spMk id="5122" creationId="{9BD8569B-4861-4CBE-8902-C2DD5C49C833}"/>
          </ac:spMkLst>
        </pc:spChg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0" sldId="413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0" sldId="414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0" sldId="415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0" sldId="416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0" sldId="417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0" sldId="419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0" sldId="421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0" sldId="422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0" sldId="423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0" sldId="428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0" sldId="429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4083909626" sldId="430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0" sldId="431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0" sldId="432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0" sldId="434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0" sldId="435"/>
        </pc:sldMkLst>
      </pc:sldChg>
      <pc:sldChg chg="del">
        <pc:chgData name="Pedro Mario Wightman Rojas" userId="468d1616-4366-45b4-8440-4a57b3b20d5f" providerId="ADAL" clId="{6327976A-6C7A-405A-BCB5-733776486885}" dt="2025-02-05T21:45:23.890" v="21" actId="47"/>
        <pc:sldMkLst>
          <pc:docMk/>
          <pc:sldMk cId="0" sldId="455"/>
        </pc:sldMkLst>
      </pc:sldChg>
      <pc:sldChg chg="del">
        <pc:chgData name="Pedro Mario Wightman Rojas" userId="468d1616-4366-45b4-8440-4a57b3b20d5f" providerId="ADAL" clId="{6327976A-6C7A-405A-BCB5-733776486885}" dt="2025-02-05T21:45:23.890" v="21" actId="47"/>
        <pc:sldMkLst>
          <pc:docMk/>
          <pc:sldMk cId="0" sldId="457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0" sldId="468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0" sldId="469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0" sldId="471"/>
        </pc:sldMkLst>
      </pc:sldChg>
      <pc:sldChg chg="del mod modShow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0" sldId="478"/>
        </pc:sldMkLst>
      </pc:sldChg>
      <pc:sldChg chg="del">
        <pc:chgData name="Pedro Mario Wightman Rojas" userId="468d1616-4366-45b4-8440-4a57b3b20d5f" providerId="ADAL" clId="{6327976A-6C7A-405A-BCB5-733776486885}" dt="2025-02-05T21:45:38.828" v="23" actId="47"/>
        <pc:sldMkLst>
          <pc:docMk/>
          <pc:sldMk cId="0" sldId="490"/>
        </pc:sldMkLst>
      </pc:sldChg>
      <pc:sldChg chg="del">
        <pc:chgData name="Pedro Mario Wightman Rojas" userId="468d1616-4366-45b4-8440-4a57b3b20d5f" providerId="ADAL" clId="{6327976A-6C7A-405A-BCB5-733776486885}" dt="2025-02-05T21:45:38.828" v="23" actId="47"/>
        <pc:sldMkLst>
          <pc:docMk/>
          <pc:sldMk cId="0" sldId="491"/>
        </pc:sldMkLst>
      </pc:sldChg>
      <pc:sldChg chg="del">
        <pc:chgData name="Pedro Mario Wightman Rojas" userId="468d1616-4366-45b4-8440-4a57b3b20d5f" providerId="ADAL" clId="{6327976A-6C7A-405A-BCB5-733776486885}" dt="2025-02-05T21:45:38.828" v="23" actId="47"/>
        <pc:sldMkLst>
          <pc:docMk/>
          <pc:sldMk cId="0" sldId="492"/>
        </pc:sldMkLst>
      </pc:sldChg>
      <pc:sldChg chg="del">
        <pc:chgData name="Pedro Mario Wightman Rojas" userId="468d1616-4366-45b4-8440-4a57b3b20d5f" providerId="ADAL" clId="{6327976A-6C7A-405A-BCB5-733776486885}" dt="2025-02-05T21:45:23.890" v="21" actId="47"/>
        <pc:sldMkLst>
          <pc:docMk/>
          <pc:sldMk cId="0" sldId="496"/>
        </pc:sldMkLst>
      </pc:sldChg>
      <pc:sldChg chg="del">
        <pc:chgData name="Pedro Mario Wightman Rojas" userId="468d1616-4366-45b4-8440-4a57b3b20d5f" providerId="ADAL" clId="{6327976A-6C7A-405A-BCB5-733776486885}" dt="2025-02-05T21:45:23.890" v="21" actId="47"/>
        <pc:sldMkLst>
          <pc:docMk/>
          <pc:sldMk cId="0" sldId="497"/>
        </pc:sldMkLst>
      </pc:sldChg>
      <pc:sldChg chg="del">
        <pc:chgData name="Pedro Mario Wightman Rojas" userId="468d1616-4366-45b4-8440-4a57b3b20d5f" providerId="ADAL" clId="{6327976A-6C7A-405A-BCB5-733776486885}" dt="2025-02-05T21:45:23.890" v="21" actId="47"/>
        <pc:sldMkLst>
          <pc:docMk/>
          <pc:sldMk cId="0" sldId="498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0" sldId="499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0" sldId="500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0" sldId="501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0" sldId="502"/>
        </pc:sldMkLst>
      </pc:sldChg>
      <pc:sldChg chg="del">
        <pc:chgData name="Pedro Mario Wightman Rojas" userId="468d1616-4366-45b4-8440-4a57b3b20d5f" providerId="ADAL" clId="{6327976A-6C7A-405A-BCB5-733776486885}" dt="2025-02-05T21:45:38.828" v="23" actId="47"/>
        <pc:sldMkLst>
          <pc:docMk/>
          <pc:sldMk cId="0" sldId="503"/>
        </pc:sldMkLst>
      </pc:sldChg>
      <pc:sldChg chg="del">
        <pc:chgData name="Pedro Mario Wightman Rojas" userId="468d1616-4366-45b4-8440-4a57b3b20d5f" providerId="ADAL" clId="{6327976A-6C7A-405A-BCB5-733776486885}" dt="2025-02-05T21:45:23.890" v="21" actId="47"/>
        <pc:sldMkLst>
          <pc:docMk/>
          <pc:sldMk cId="0" sldId="507"/>
        </pc:sldMkLst>
      </pc:sldChg>
      <pc:sldChg chg="del">
        <pc:chgData name="Pedro Mario Wightman Rojas" userId="468d1616-4366-45b4-8440-4a57b3b20d5f" providerId="ADAL" clId="{6327976A-6C7A-405A-BCB5-733776486885}" dt="2025-02-05T21:45:23.890" v="21" actId="47"/>
        <pc:sldMkLst>
          <pc:docMk/>
          <pc:sldMk cId="0" sldId="508"/>
        </pc:sldMkLst>
      </pc:sldChg>
      <pc:sldChg chg="del">
        <pc:chgData name="Pedro Mario Wightman Rojas" userId="468d1616-4366-45b4-8440-4a57b3b20d5f" providerId="ADAL" clId="{6327976A-6C7A-405A-BCB5-733776486885}" dt="2025-02-05T21:45:23.890" v="21" actId="47"/>
        <pc:sldMkLst>
          <pc:docMk/>
          <pc:sldMk cId="0" sldId="509"/>
        </pc:sldMkLst>
      </pc:sldChg>
      <pc:sldChg chg="del">
        <pc:chgData name="Pedro Mario Wightman Rojas" userId="468d1616-4366-45b4-8440-4a57b3b20d5f" providerId="ADAL" clId="{6327976A-6C7A-405A-BCB5-733776486885}" dt="2025-02-05T21:45:23.890" v="21" actId="47"/>
        <pc:sldMkLst>
          <pc:docMk/>
          <pc:sldMk cId="0" sldId="510"/>
        </pc:sldMkLst>
      </pc:sldChg>
      <pc:sldChg chg="del">
        <pc:chgData name="Pedro Mario Wightman Rojas" userId="468d1616-4366-45b4-8440-4a57b3b20d5f" providerId="ADAL" clId="{6327976A-6C7A-405A-BCB5-733776486885}" dt="2025-02-05T21:45:23.890" v="21" actId="47"/>
        <pc:sldMkLst>
          <pc:docMk/>
          <pc:sldMk cId="0" sldId="511"/>
        </pc:sldMkLst>
      </pc:sldChg>
      <pc:sldChg chg="del">
        <pc:chgData name="Pedro Mario Wightman Rojas" userId="468d1616-4366-45b4-8440-4a57b3b20d5f" providerId="ADAL" clId="{6327976A-6C7A-405A-BCB5-733776486885}" dt="2025-02-05T21:45:23.890" v="21" actId="47"/>
        <pc:sldMkLst>
          <pc:docMk/>
          <pc:sldMk cId="0" sldId="512"/>
        </pc:sldMkLst>
      </pc:sldChg>
      <pc:sldChg chg="del">
        <pc:chgData name="Pedro Mario Wightman Rojas" userId="468d1616-4366-45b4-8440-4a57b3b20d5f" providerId="ADAL" clId="{6327976A-6C7A-405A-BCB5-733776486885}" dt="2025-02-05T21:45:23.890" v="21" actId="47"/>
        <pc:sldMkLst>
          <pc:docMk/>
          <pc:sldMk cId="0" sldId="513"/>
        </pc:sldMkLst>
      </pc:sldChg>
      <pc:sldChg chg="del">
        <pc:chgData name="Pedro Mario Wightman Rojas" userId="468d1616-4366-45b4-8440-4a57b3b20d5f" providerId="ADAL" clId="{6327976A-6C7A-405A-BCB5-733776486885}" dt="2025-02-05T21:45:38.828" v="23" actId="47"/>
        <pc:sldMkLst>
          <pc:docMk/>
          <pc:sldMk cId="1261982872" sldId="516"/>
        </pc:sldMkLst>
      </pc:sldChg>
      <pc:sldChg chg="del">
        <pc:chgData name="Pedro Mario Wightman Rojas" userId="468d1616-4366-45b4-8440-4a57b3b20d5f" providerId="ADAL" clId="{6327976A-6C7A-405A-BCB5-733776486885}" dt="2025-02-05T21:45:30.291" v="22" actId="47"/>
        <pc:sldMkLst>
          <pc:docMk/>
          <pc:sldMk cId="992440663" sldId="520"/>
        </pc:sldMkLst>
      </pc:sldChg>
      <pc:sldChg chg="del">
        <pc:chgData name="Pedro Mario Wightman Rojas" userId="468d1616-4366-45b4-8440-4a57b3b20d5f" providerId="ADAL" clId="{6327976A-6C7A-405A-BCB5-733776486885}" dt="2025-02-05T21:45:38.828" v="23" actId="47"/>
        <pc:sldMkLst>
          <pc:docMk/>
          <pc:sldMk cId="4189252353" sldId="521"/>
        </pc:sldMkLst>
      </pc:sldChg>
      <pc:sldChg chg="del">
        <pc:chgData name="Pedro Mario Wightman Rojas" userId="468d1616-4366-45b4-8440-4a57b3b20d5f" providerId="ADAL" clId="{6327976A-6C7A-405A-BCB5-733776486885}" dt="2025-02-05T21:45:38.828" v="23" actId="47"/>
        <pc:sldMkLst>
          <pc:docMk/>
          <pc:sldMk cId="4199346974" sldId="522"/>
        </pc:sldMkLst>
      </pc:sldChg>
      <pc:sldChg chg="del">
        <pc:chgData name="Pedro Mario Wightman Rojas" userId="468d1616-4366-45b4-8440-4a57b3b20d5f" providerId="ADAL" clId="{6327976A-6C7A-405A-BCB5-733776486885}" dt="2025-02-05T21:45:38.828" v="23" actId="47"/>
        <pc:sldMkLst>
          <pc:docMk/>
          <pc:sldMk cId="2111936658" sldId="523"/>
        </pc:sldMkLst>
      </pc:sldChg>
      <pc:sldChg chg="del">
        <pc:chgData name="Pedro Mario Wightman Rojas" userId="468d1616-4366-45b4-8440-4a57b3b20d5f" providerId="ADAL" clId="{6327976A-6C7A-405A-BCB5-733776486885}" dt="2025-02-05T21:45:38.828" v="23" actId="47"/>
        <pc:sldMkLst>
          <pc:docMk/>
          <pc:sldMk cId="2964105823" sldId="524"/>
        </pc:sldMkLst>
      </pc:sldChg>
      <pc:sldChg chg="del">
        <pc:chgData name="Pedro Mario Wightman Rojas" userId="468d1616-4366-45b4-8440-4a57b3b20d5f" providerId="ADAL" clId="{6327976A-6C7A-405A-BCB5-733776486885}" dt="2025-02-05T21:45:38.828" v="23" actId="47"/>
        <pc:sldMkLst>
          <pc:docMk/>
          <pc:sldMk cId="2239292441" sldId="525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3747442084" sldId="526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2101964625" sldId="527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17697383" sldId="528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4101312262" sldId="529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2437091564" sldId="530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2518863897" sldId="531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3151565795" sldId="532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302657302" sldId="533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1040108812" sldId="534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3774442775" sldId="535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483139524" sldId="536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4024668200" sldId="537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3174195319" sldId="538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2333232361" sldId="539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2884807445" sldId="540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1828970601" sldId="541"/>
        </pc:sldMkLst>
      </pc:sldChg>
      <pc:sldChg chg="del">
        <pc:chgData name="Pedro Mario Wightman Rojas" userId="468d1616-4366-45b4-8440-4a57b3b20d5f" providerId="ADAL" clId="{6327976A-6C7A-405A-BCB5-733776486885}" dt="2025-02-05T21:44:41.582" v="20" actId="47"/>
        <pc:sldMkLst>
          <pc:docMk/>
          <pc:sldMk cId="4206425575" sldId="54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7BA12DC8-9922-4E6E-BC02-F6A63767218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ctr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6E72947A-FE2E-4445-85D8-C03306D26DD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ctr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C64A7CC0-6DD4-4720-82BF-E4908F4AFFA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b" anchorCtr="0" compatLnSpc="1">
            <a:prstTxWarp prst="textNoShape">
              <a:avLst/>
            </a:prstTxWarp>
          </a:bodyPr>
          <a:lstStyle>
            <a:lvl1pPr defTabSz="882650">
              <a:defRPr sz="1100">
                <a:latin typeface="Helvetica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6BE9BEEC-119C-420C-8C74-AFCA5FA1C4C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54" tIns="44128" rIns="88254" bIns="44128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charset="0"/>
                <a:ea typeface="MS PGothic" charset="-128"/>
              </a:defRPr>
            </a:lvl1pPr>
          </a:lstStyle>
          <a:p>
            <a:pPr>
              <a:defRPr/>
            </a:pPr>
            <a:fld id="{896B91AD-C34E-4B05-8D9C-1014E5F01E33}" type="slidenum">
              <a:rPr lang="en-US" altLang="x-none"/>
              <a:pPr>
                <a:defRPr/>
              </a:pPr>
              <a:t>‹Nº›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715B35B-6971-4CC0-B4FB-95B01BCF426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A02FF1F-3F52-47A2-B35E-EBB0E228297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2612CE7-EF94-4293-9356-A0763F4E73E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43BD7482-5C58-44F9-A08E-BFE34494D0D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AC6369B-F957-4079-90E1-CA217ED505C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D62366FD-3440-43D4-A730-7A55A662E4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52" tIns="46576" rIns="93152" bIns="4657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charset="0"/>
                <a:ea typeface="MS PGothic" charset="-128"/>
              </a:defRPr>
            </a:lvl1pPr>
          </a:lstStyle>
          <a:p>
            <a:pPr>
              <a:defRPr/>
            </a:pPr>
            <a:fld id="{73B872E8-FDB0-4502-A51A-B7A4A00AC4E7}" type="slidenum">
              <a:rPr lang="en-US" altLang="x-none"/>
              <a:pPr>
                <a:defRPr/>
              </a:pPr>
              <a:t>‹Nº›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CDEF1EC1-A032-4256-A5B8-82331B81B1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86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86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3B6FBBD-AF90-4377-83FA-2F3819AD38A1}" type="slidenum">
              <a:rPr lang="en-US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1DCEB876-7853-4EC8-86DE-2233D519AA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1317CDD3-494C-45D9-A8EF-4B0E12327A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B8301404-D876-4FA9-9859-EB43354FAF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EB83674B-F150-4C3E-831A-26B553169A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34F8BBD9-185E-425D-9763-2A1219F950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C11B4F24-2CE2-4D89-BDF4-88019FD32B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ADE71AF2-BE40-466B-B1D6-529EC4391F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163544B4-63EF-4C2F-8659-49A75C26F2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D66F45FA-B662-4E14-83BC-2CA84F5CF7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67B2FD97-934F-4AF8-A525-6E87AD2A06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9D492BA8-9072-4CF5-A54A-DE5E3CE45A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43B894CE-C3E8-4116-9227-ABEEFBBE3F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4C8FA0E1-3EB3-4E2B-963D-980FCF3F4D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23C93D2C-31D7-493E-84F1-0B33AC4A11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A10BBC64-6D22-40D9-8A39-A922F2B550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DEFA5C88-3591-4F38-8DE2-ED780B85BE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EE794A5A-A3D6-4F4A-AC5D-7848682BF0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51B19849-C4BE-437E-8FA6-62C406FD6A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840D6A5B-2DF8-46AB-99E3-DD4447D91D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643A5627-CB21-4B22-827F-59A9C1902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7968B1FC-40C0-4209-B546-5BC55506CC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E1D34BBE-98B7-491C-B523-E80B67BE0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9451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7B3A5B9D-7073-4B04-815D-4C28F8C629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BC76B9EF-EFF6-4934-98D1-D26E322C1B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3029FECB-27E2-4224-86B6-18EB5F828F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9BD96AFF-203C-437E-94F6-276A8EF05F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A79B685D-D33A-4C9E-AEC1-D2DFA67D00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BCEEA52D-F721-4D9B-9317-6AD73159E3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8FA0F68A-BCAA-45B1-A89C-BCD5C5E6EB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F71B20DB-2F60-43E4-8C82-8E3C6650EC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21358D55-194B-4251-8EB7-586E9A80ED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F661D109-31FD-4BA0-87F2-4B254366E2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F8E2826C-ECE4-478F-AF2E-8187477427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7F1F8D25-5A9A-4DEE-8199-BF48C3B4B0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DD978D27-7A45-4707-9571-6863455214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0F720247-6A7A-40C8-A560-7ACEAC13E1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8C7272E3-D47D-40CB-9DDB-74FA84462C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71ACBF84-7E20-4056-909C-C5D64438B8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D2202362-7471-46C7-9C31-E5A6027418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C33781B4-D103-424B-BE83-A42E8E9F7B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F785276E-E512-431C-9863-60C16073997B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A16CBBBC-832D-4981-B7BE-1E6129BC1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ECCF6664-2599-48D7-AF8C-34B0B9441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C5EC98FB-CBB8-449B-A94E-B0B58773A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charset="0"/>
                  <a:ea typeface="MS PGothic" charset="-128"/>
                </a:defRPr>
              </a:lvl9pPr>
            </a:lstStyle>
            <a:p>
              <a:pPr>
                <a:defRPr/>
              </a:pPr>
              <a:endParaRPr lang="x-none" altLang="x-none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F334230E-B06E-4011-9947-832BC9534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25BFB58C-5B52-429B-BF7C-2A3DD468A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D3E76B3A-1933-415B-8018-61828BE85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568F85F6-D2B1-49C8-8F26-5A6CD47E8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>
              <a:defRPr/>
            </a:pPr>
            <a:endParaRPr lang="x-none" altLang="x-none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6835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006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6602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6875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903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34732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399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0291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3869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9121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39995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34B7DADE-05C1-4235-BC95-7FD16DF5A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2C13949F-D9D1-4EE3-9FC6-AFE9404AEC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5425"/>
            <a:ext cx="80772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156033E-2A1D-44DE-9E54-71D4B4B6E8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90575" y="1233488"/>
            <a:ext cx="7743825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4A806BF-A0C0-4368-AD58-420F34B3A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38CA0CBE-E7DB-4B13-BE0C-81E2F34D25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E66E26E9-18B9-458C-AE7B-19180B81E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2CCFF09E-8C15-497C-99D4-D11290D2D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 eaLnBrk="1" hangingPunct="1">
              <a:defRPr/>
            </a:pPr>
            <a:endParaRPr lang="x-none" altLang="x-none" sz="2400">
              <a:latin typeface="Times New Roman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332EE4A3-5FFF-44B0-9A59-5F8CE7D75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x-none" sz="1000" b="1">
                <a:solidFill>
                  <a:srgbClr val="006699"/>
                </a:solidFill>
                <a:latin typeface="Helvetica" charset="0"/>
              </a:rPr>
              <a:t>3.</a:t>
            </a:r>
            <a:fld id="{A6EDADC4-5648-406C-94CA-EDDB863B04E2}" type="slidenum">
              <a:rPr lang="en-US" altLang="x-none" sz="1000" b="1" smtClean="0">
                <a:solidFill>
                  <a:srgbClr val="006699"/>
                </a:solidFill>
                <a:latin typeface="Helvetica" charset="0"/>
              </a:rPr>
              <a:pPr algn="ctr">
                <a:spcBef>
                  <a:spcPct val="50000"/>
                </a:spcBef>
                <a:defRPr/>
              </a:pPr>
              <a:t>‹Nº›</a:t>
            </a:fld>
            <a:endParaRPr lang="en-US" altLang="x-none" sz="1000" b="1">
              <a:solidFill>
                <a:srgbClr val="006699"/>
              </a:solidFill>
              <a:latin typeface="Helvetica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4AE1926B-ED4A-404A-BC01-96D11B8A4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0963" y="6613525"/>
            <a:ext cx="2713037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32010AC7-36CA-437D-BB87-25E8B15E0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59447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09E176C0-BBA8-45C3-9F79-40005E1FF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15" r:id="rId1"/>
    <p:sldLayoutId id="2147484205" r:id="rId2"/>
    <p:sldLayoutId id="2147484206" r:id="rId3"/>
    <p:sldLayoutId id="2147484207" r:id="rId4"/>
    <p:sldLayoutId id="2147484208" r:id="rId5"/>
    <p:sldLayoutId id="2147484209" r:id="rId6"/>
    <p:sldLayoutId id="2147484210" r:id="rId7"/>
    <p:sldLayoutId id="2147484211" r:id="rId8"/>
    <p:sldLayoutId id="2147484212" r:id="rId9"/>
    <p:sldLayoutId id="2147484213" r:id="rId10"/>
    <p:sldLayoutId id="214748421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9BD8569B-4861-4CBE-8902-C2DD5C49C83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71475" y="1831975"/>
            <a:ext cx="8458200" cy="1143000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Processes Communication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09D0E5E8-A027-43B0-871E-ED73DF85B2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1713" y="130054"/>
            <a:ext cx="7485062" cy="576262"/>
          </a:xfrm>
        </p:spPr>
        <p:txBody>
          <a:bodyPr/>
          <a:lstStyle/>
          <a:p>
            <a:r>
              <a:rPr lang="en-US" altLang="en-US" dirty="0"/>
              <a:t>Interprocess Communication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2EF26BE1-FCB0-440F-8834-E9B667D36D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1213" y="1154113"/>
            <a:ext cx="7675562" cy="4530725"/>
          </a:xfrm>
        </p:spPr>
        <p:txBody>
          <a:bodyPr/>
          <a:lstStyle/>
          <a:p>
            <a:r>
              <a:rPr lang="en-US" altLang="en-US" dirty="0"/>
              <a:t>Processes within a system may be </a:t>
            </a:r>
            <a:r>
              <a:rPr lang="en-US" altLang="en-US" b="1" i="1" dirty="0"/>
              <a:t>independent</a:t>
            </a:r>
            <a:r>
              <a:rPr lang="en-US" altLang="en-US" b="1" dirty="0"/>
              <a:t> </a:t>
            </a:r>
            <a:r>
              <a:rPr lang="en-US" altLang="en-US" dirty="0"/>
              <a:t>or </a:t>
            </a:r>
            <a:r>
              <a:rPr lang="en-US" altLang="en-US" b="1" i="1" dirty="0"/>
              <a:t>cooperating</a:t>
            </a:r>
          </a:p>
          <a:p>
            <a:r>
              <a:rPr lang="en-US" altLang="en-US" dirty="0"/>
              <a:t>Cooperating process can affect or be affected by other processes, including sharing data</a:t>
            </a:r>
          </a:p>
          <a:p>
            <a:r>
              <a:rPr lang="en-US" altLang="en-US" dirty="0"/>
              <a:t>Reasons for cooperating processes:</a:t>
            </a:r>
          </a:p>
          <a:p>
            <a:pPr lvl="1"/>
            <a:r>
              <a:rPr lang="en-US" altLang="en-US" dirty="0"/>
              <a:t>Information sharing</a:t>
            </a:r>
          </a:p>
          <a:p>
            <a:pPr lvl="1"/>
            <a:r>
              <a:rPr lang="en-US" altLang="en-US" dirty="0"/>
              <a:t>Computation speedup</a:t>
            </a:r>
          </a:p>
          <a:p>
            <a:pPr lvl="1"/>
            <a:r>
              <a:rPr lang="en-US" altLang="en-US" dirty="0"/>
              <a:t>Modularity</a:t>
            </a:r>
          </a:p>
          <a:p>
            <a:pPr lvl="1"/>
            <a:r>
              <a:rPr lang="en-US" altLang="en-US" dirty="0"/>
              <a:t>Convenience	</a:t>
            </a:r>
          </a:p>
          <a:p>
            <a:r>
              <a:rPr lang="en-US" altLang="en-US" dirty="0"/>
              <a:t>Cooperating processes need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communication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IPC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Two models of IPC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memory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Message passing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D24006AF-9462-4FD7-8602-D757042B97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Communications Models 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00B4232E-A93C-4613-91D0-E8A0948B6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7488" y="1150938"/>
            <a:ext cx="63722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(a) Shared memory.  		(b) Message passing. </a:t>
            </a:r>
            <a:r>
              <a:rPr kumimoji="0" lang="en-US" altLang="en-US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61444" name="Picture 1">
            <a:extLst>
              <a:ext uri="{FF2B5EF4-FFF2-40B4-BE49-F238E27FC236}">
                <a16:creationId xmlns:a16="http://schemas.microsoft.com/office/drawing/2014/main" id="{3ED38AED-C0F5-4084-BE69-BF6EFD7FF5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900" y="2016125"/>
            <a:ext cx="6246813" cy="3998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6F3F2B4A-DE70-43EF-BB61-6A78698FE9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58222" y="133932"/>
            <a:ext cx="7996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IPC – Message Passing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70AECD7B-E784-4C8C-8677-1B9EFF1929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5825" y="1201738"/>
            <a:ext cx="6236870" cy="438091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Processes communicate with each other without resorting to shared variables</a:t>
            </a:r>
          </a:p>
          <a:p>
            <a:pPr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IPC facility provides two operations: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latin typeface="Courier New" panose="02070309020205020404" pitchFamily="49" charset="0"/>
              </a:rPr>
              <a:t>send</a:t>
            </a:r>
            <a:r>
              <a:rPr lang="en-US" altLang="en-US" dirty="0"/>
              <a:t>(</a:t>
            </a:r>
            <a:r>
              <a:rPr lang="en-US" altLang="en-US" i="1" dirty="0"/>
              <a:t>message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latin typeface="Courier New" panose="02070309020205020404" pitchFamily="49" charset="0"/>
              </a:rPr>
              <a:t>receive</a:t>
            </a:r>
            <a:r>
              <a:rPr lang="en-US" altLang="en-US" dirty="0"/>
              <a:t>(</a:t>
            </a:r>
            <a:r>
              <a:rPr lang="en-US" altLang="en-US" i="1" dirty="0"/>
              <a:t>message</a:t>
            </a:r>
            <a:r>
              <a:rPr lang="en-US" altLang="en-US" dirty="0"/>
              <a:t>)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The</a:t>
            </a:r>
            <a:r>
              <a:rPr lang="en-US" altLang="en-US" i="1" dirty="0"/>
              <a:t> message</a:t>
            </a:r>
            <a:r>
              <a:rPr lang="en-US" altLang="en-US" dirty="0"/>
              <a:t> size is either fixed or variable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B833C5ED-B4D0-4EF0-A04C-582581174B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6475" y="220663"/>
            <a:ext cx="7997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Message Passing (Cont.)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BA6A6236-9FD7-4CF5-AFB2-3C81D1F5DE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1016001"/>
            <a:ext cx="7003047" cy="4674936"/>
          </a:xfrm>
        </p:spPr>
        <p:txBody>
          <a:bodyPr/>
          <a:lstStyle/>
          <a:p>
            <a:pPr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If processes </a:t>
            </a:r>
            <a:r>
              <a:rPr lang="en-US" altLang="en-US" i="1" dirty="0"/>
              <a:t>P</a:t>
            </a:r>
            <a:r>
              <a:rPr lang="en-US" altLang="en-US" dirty="0"/>
              <a:t> and </a:t>
            </a:r>
            <a:r>
              <a:rPr lang="en-US" altLang="en-US" i="1" dirty="0"/>
              <a:t>Q</a:t>
            </a:r>
            <a:r>
              <a:rPr lang="en-US" altLang="en-US" dirty="0"/>
              <a:t> wish to communicate, they need to: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Establish a </a:t>
            </a:r>
            <a:r>
              <a:rPr lang="en-US" altLang="en-US" b="1" i="1" dirty="0"/>
              <a:t>communication</a:t>
            </a:r>
            <a:r>
              <a:rPr lang="en-US" altLang="en-US" b="1" dirty="0"/>
              <a:t> </a:t>
            </a:r>
            <a:r>
              <a:rPr lang="en-US" altLang="en-US" b="1" i="1" dirty="0"/>
              <a:t>link</a:t>
            </a:r>
            <a:r>
              <a:rPr lang="en-US" altLang="en-US" b="1" dirty="0"/>
              <a:t> </a:t>
            </a:r>
            <a:r>
              <a:rPr lang="en-US" altLang="en-US" dirty="0"/>
              <a:t>between them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Exchange messages via send/receive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Implementation issues:</a:t>
            </a:r>
          </a:p>
          <a:p>
            <a:pPr lvl="1"/>
            <a:r>
              <a:rPr lang="en-US" altLang="en-US" dirty="0"/>
              <a:t>How are links established?</a:t>
            </a:r>
          </a:p>
          <a:p>
            <a:pPr lvl="1"/>
            <a:r>
              <a:rPr lang="en-US" altLang="en-US" dirty="0"/>
              <a:t>Can a link be associated with more than two processes?</a:t>
            </a:r>
          </a:p>
          <a:p>
            <a:pPr lvl="1"/>
            <a:r>
              <a:rPr lang="en-US" altLang="en-US" dirty="0"/>
              <a:t>How many links can there be between every pair of communicating processes?</a:t>
            </a:r>
          </a:p>
          <a:p>
            <a:pPr lvl="1"/>
            <a:r>
              <a:rPr lang="en-US" altLang="en-US" dirty="0"/>
              <a:t>What is the capacity of a link?</a:t>
            </a:r>
          </a:p>
          <a:p>
            <a:pPr lvl="1"/>
            <a:r>
              <a:rPr lang="en-US" altLang="en-US" dirty="0"/>
              <a:t>Is the size of a message that the link can accommodate fixed or variable?</a:t>
            </a:r>
          </a:p>
          <a:p>
            <a:pPr lvl="1"/>
            <a:r>
              <a:rPr lang="en-US" altLang="en-US" dirty="0"/>
              <a:t>Is a link unidirectional or bi-directional?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381AC626-0A50-457E-ACC9-A83EC0103D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9488" y="130757"/>
            <a:ext cx="8061325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Implementation of Communication Link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1D1C4DEC-BA4C-4FF4-8D99-3F85645578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785813"/>
            <a:ext cx="7694613" cy="4530725"/>
          </a:xfrm>
        </p:spPr>
        <p:txBody>
          <a:bodyPr/>
          <a:lstStyle/>
          <a:p>
            <a:pPr lvl="1">
              <a:lnSpc>
                <a:spcPct val="90000"/>
              </a:lnSpc>
            </a:pPr>
            <a:endParaRPr lang="en-US" altLang="en-US" sz="800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Physical: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Shared memory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Hardware bus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Network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Logical: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Direct or indirect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Synchronous or asynchronous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 Automatic or explicit buffering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942199CC-6297-4236-868D-6C51816630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4913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Direct Communication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3A7D9FE3-3D61-44CD-BD78-77CFC4A0B4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4875" y="1138238"/>
            <a:ext cx="7635875" cy="4530725"/>
          </a:xfrm>
        </p:spPr>
        <p:txBody>
          <a:bodyPr/>
          <a:lstStyle/>
          <a:p>
            <a:r>
              <a:rPr lang="en-US" altLang="en-US"/>
              <a:t>Processes must name each other explicitly:</a:t>
            </a:r>
          </a:p>
          <a:p>
            <a:pPr lvl="1"/>
            <a:r>
              <a:rPr lang="en-US" altLang="en-US" b="1">
                <a:latin typeface="Courier New" panose="02070309020205020404" pitchFamily="49" charset="0"/>
              </a:rPr>
              <a:t>send</a:t>
            </a:r>
            <a:r>
              <a:rPr lang="en-US" altLang="en-US"/>
              <a:t> (</a:t>
            </a:r>
            <a:r>
              <a:rPr lang="en-US" altLang="en-US" i="1"/>
              <a:t>P, message</a:t>
            </a:r>
            <a:r>
              <a:rPr lang="en-US" altLang="en-US"/>
              <a:t>) – send a message to process P</a:t>
            </a:r>
          </a:p>
          <a:p>
            <a:pPr lvl="1"/>
            <a:r>
              <a:rPr lang="en-US" altLang="en-US" b="1">
                <a:latin typeface="Courier New" panose="02070309020205020404" pitchFamily="49" charset="0"/>
              </a:rPr>
              <a:t>receive</a:t>
            </a:r>
            <a:r>
              <a:rPr lang="en-US" altLang="en-US"/>
              <a:t>(</a:t>
            </a:r>
            <a:r>
              <a:rPr lang="en-US" altLang="en-US" i="1"/>
              <a:t>Q, message</a:t>
            </a:r>
            <a:r>
              <a:rPr lang="en-US" altLang="en-US"/>
              <a:t>) – receive a message from process Q</a:t>
            </a:r>
          </a:p>
          <a:p>
            <a:r>
              <a:rPr lang="en-US" altLang="en-US"/>
              <a:t>Properties of communication link</a:t>
            </a:r>
          </a:p>
          <a:p>
            <a:pPr lvl="1"/>
            <a:r>
              <a:rPr lang="en-US" altLang="en-US"/>
              <a:t>Links are established automatically</a:t>
            </a:r>
          </a:p>
          <a:p>
            <a:pPr lvl="1"/>
            <a:r>
              <a:rPr lang="en-US" altLang="en-US"/>
              <a:t>A link is associated with exactly one pair of communicating processes</a:t>
            </a:r>
          </a:p>
          <a:p>
            <a:pPr lvl="1"/>
            <a:r>
              <a:rPr lang="en-US" altLang="en-US"/>
              <a:t>Between each pair there exists exactly one link</a:t>
            </a:r>
          </a:p>
          <a:p>
            <a:pPr lvl="1"/>
            <a:r>
              <a:rPr lang="en-US" altLang="en-US"/>
              <a:t>The link may be unidirectional, but is usually bi-directional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1143D8FC-6F48-4E94-BF58-37342F331C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075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Indirect Communication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DD569671-6F8E-4503-8E83-6B359504BF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2175" y="1147763"/>
            <a:ext cx="7397583" cy="4073942"/>
          </a:xfrm>
        </p:spPr>
        <p:txBody>
          <a:bodyPr/>
          <a:lstStyle/>
          <a:p>
            <a:r>
              <a:rPr lang="en-US" altLang="en-US"/>
              <a:t>Messages are directed and received from mailboxes (also referred to as ports)</a:t>
            </a:r>
          </a:p>
          <a:p>
            <a:pPr lvl="1"/>
            <a:r>
              <a:rPr lang="en-US" altLang="en-US"/>
              <a:t>Each mailbox has a unique id</a:t>
            </a:r>
          </a:p>
          <a:p>
            <a:pPr lvl="1"/>
            <a:r>
              <a:rPr lang="en-US" altLang="en-US"/>
              <a:t>Processes can communicate only if they share a mailbox</a:t>
            </a:r>
          </a:p>
          <a:p>
            <a:r>
              <a:rPr lang="en-US" altLang="en-US"/>
              <a:t>Properties of communication link</a:t>
            </a:r>
          </a:p>
          <a:p>
            <a:pPr lvl="1"/>
            <a:r>
              <a:rPr lang="en-US" altLang="en-US"/>
              <a:t>Link established only if processes share a common mailbox</a:t>
            </a:r>
          </a:p>
          <a:p>
            <a:pPr lvl="1"/>
            <a:r>
              <a:rPr lang="en-US" altLang="en-US"/>
              <a:t>A link may be associated with many processes</a:t>
            </a:r>
          </a:p>
          <a:p>
            <a:pPr lvl="1"/>
            <a:r>
              <a:rPr lang="en-US" altLang="en-US"/>
              <a:t>Each pair of processes may share several communication links</a:t>
            </a:r>
          </a:p>
          <a:p>
            <a:pPr lvl="1"/>
            <a:r>
              <a:rPr lang="en-US" altLang="en-US"/>
              <a:t>Link may be unidirectional or bi-directional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3">
            <a:extLst>
              <a:ext uri="{FF2B5EF4-FFF2-40B4-BE49-F238E27FC236}">
                <a16:creationId xmlns:a16="http://schemas.microsoft.com/office/drawing/2014/main" id="{34E55BDD-A170-4015-BADB-B0ED48E46A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650" y="1135063"/>
            <a:ext cx="7535863" cy="3821112"/>
          </a:xfrm>
        </p:spPr>
        <p:txBody>
          <a:bodyPr/>
          <a:lstStyle/>
          <a:p>
            <a:r>
              <a:rPr lang="en-US" altLang="en-US" dirty="0"/>
              <a:t>Operations</a:t>
            </a:r>
          </a:p>
          <a:p>
            <a:pPr lvl="1"/>
            <a:r>
              <a:rPr lang="en-US" altLang="en-US" dirty="0"/>
              <a:t>Create a new mailbox (port)</a:t>
            </a:r>
          </a:p>
          <a:p>
            <a:pPr lvl="1"/>
            <a:r>
              <a:rPr lang="en-US" altLang="en-US" dirty="0"/>
              <a:t>Send and receive messages through mailbox</a:t>
            </a:r>
          </a:p>
          <a:p>
            <a:pPr lvl="1"/>
            <a:r>
              <a:rPr lang="en-US" altLang="en-US" dirty="0"/>
              <a:t>Delete a mailbox</a:t>
            </a:r>
          </a:p>
          <a:p>
            <a:r>
              <a:rPr lang="en-US" altLang="en-US" dirty="0"/>
              <a:t>Primitives are defined as:</a:t>
            </a:r>
          </a:p>
          <a:p>
            <a:pPr lvl="1"/>
            <a:r>
              <a:rPr lang="en-US" altLang="en-US" b="1" dirty="0">
                <a:latin typeface="Courier New" panose="02070309020205020404" pitchFamily="49" charset="0"/>
              </a:rPr>
              <a:t>send</a:t>
            </a:r>
            <a:r>
              <a:rPr lang="en-US" altLang="en-US" dirty="0"/>
              <a:t>(</a:t>
            </a:r>
            <a:r>
              <a:rPr lang="en-US" altLang="en-US" i="1" dirty="0"/>
              <a:t>A, message</a:t>
            </a:r>
            <a:r>
              <a:rPr lang="en-US" altLang="en-US" dirty="0"/>
              <a:t>) – send a message to mailbox A</a:t>
            </a:r>
          </a:p>
          <a:p>
            <a:pPr lvl="1"/>
            <a:r>
              <a:rPr lang="en-US" altLang="en-US" b="1" dirty="0">
                <a:latin typeface="Courier New" panose="02070309020205020404" pitchFamily="49" charset="0"/>
              </a:rPr>
              <a:t>receive</a:t>
            </a:r>
            <a:r>
              <a:rPr lang="en-US" altLang="en-US" dirty="0"/>
              <a:t>(</a:t>
            </a:r>
            <a:r>
              <a:rPr lang="en-US" altLang="en-US" i="1" dirty="0"/>
              <a:t>A, message</a:t>
            </a:r>
            <a:r>
              <a:rPr lang="en-US" altLang="en-US" dirty="0"/>
              <a:t>) – receive a message from mailbox A</a:t>
            </a: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5F04958A-396F-4A7F-8CBA-0260CD1966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34572" y="141201"/>
            <a:ext cx="79470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Indirect Communication (Cont.)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3">
            <a:extLst>
              <a:ext uri="{FF2B5EF4-FFF2-40B4-BE49-F238E27FC236}">
                <a16:creationId xmlns:a16="http://schemas.microsoft.com/office/drawing/2014/main" id="{97701EB2-5660-4646-90DB-5F302502B1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2650" y="1127125"/>
            <a:ext cx="6637338" cy="4530725"/>
          </a:xfrm>
        </p:spPr>
        <p:txBody>
          <a:bodyPr/>
          <a:lstStyle/>
          <a:p>
            <a:r>
              <a:rPr lang="en-US" altLang="en-US"/>
              <a:t>Mailbox sharing</a:t>
            </a:r>
          </a:p>
          <a:p>
            <a:pPr lvl="1"/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 i="1"/>
              <a:t>, P</a:t>
            </a:r>
            <a:r>
              <a:rPr lang="en-US" altLang="en-US" i="1" baseline="-25000"/>
              <a:t>2</a:t>
            </a:r>
            <a:r>
              <a:rPr lang="en-US" altLang="en-US" i="1"/>
              <a:t>,</a:t>
            </a:r>
            <a:r>
              <a:rPr lang="en-US" altLang="en-US"/>
              <a:t> and</a:t>
            </a:r>
            <a:r>
              <a:rPr lang="en-US" altLang="en-US" i="1"/>
              <a:t> P</a:t>
            </a:r>
            <a:r>
              <a:rPr lang="en-US" altLang="en-US" i="1" baseline="-25000"/>
              <a:t>3</a:t>
            </a:r>
            <a:r>
              <a:rPr lang="en-US" altLang="en-US"/>
              <a:t> share mailbox A</a:t>
            </a:r>
          </a:p>
          <a:p>
            <a:pPr lvl="1"/>
            <a:r>
              <a:rPr lang="en-US" altLang="en-US" i="1"/>
              <a:t>P</a:t>
            </a:r>
            <a:r>
              <a:rPr lang="en-US" altLang="en-US" i="1" baseline="-25000"/>
              <a:t>1</a:t>
            </a:r>
            <a:r>
              <a:rPr lang="en-US" altLang="en-US"/>
              <a:t>, sends; </a:t>
            </a:r>
            <a:r>
              <a:rPr lang="en-US" altLang="en-US" i="1"/>
              <a:t>P</a:t>
            </a:r>
            <a:r>
              <a:rPr lang="en-US" altLang="en-US" i="1" baseline="-25000"/>
              <a:t>2</a:t>
            </a:r>
            <a:r>
              <a:rPr lang="en-US" altLang="en-US" i="1"/>
              <a:t> </a:t>
            </a:r>
            <a:r>
              <a:rPr lang="en-US" altLang="en-US"/>
              <a:t>and</a:t>
            </a:r>
            <a:r>
              <a:rPr lang="en-US" altLang="en-US" i="1"/>
              <a:t> P</a:t>
            </a:r>
            <a:r>
              <a:rPr lang="en-US" altLang="en-US" i="1" baseline="-25000"/>
              <a:t>3</a:t>
            </a:r>
            <a:r>
              <a:rPr lang="en-US" altLang="en-US"/>
              <a:t> receive</a:t>
            </a:r>
          </a:p>
          <a:p>
            <a:pPr lvl="1"/>
            <a:r>
              <a:rPr lang="en-US" altLang="en-US"/>
              <a:t>Who gets the message?</a:t>
            </a:r>
          </a:p>
          <a:p>
            <a:r>
              <a:rPr lang="en-US" altLang="en-US"/>
              <a:t>Solutions</a:t>
            </a:r>
          </a:p>
          <a:p>
            <a:pPr lvl="1"/>
            <a:r>
              <a:rPr lang="en-US" altLang="en-US"/>
              <a:t>Allow a link to be associated with at most two processes</a:t>
            </a:r>
          </a:p>
          <a:p>
            <a:pPr lvl="1"/>
            <a:r>
              <a:rPr lang="en-US" altLang="en-US"/>
              <a:t>Allow only one process at a time to execute a receive operation</a:t>
            </a:r>
          </a:p>
          <a:p>
            <a:pPr lvl="1"/>
            <a:r>
              <a:rPr lang="en-US" altLang="en-US"/>
              <a:t>Allow the system to select arbitrarily the receiver.  Sender is notified who the receiver was.</a:t>
            </a: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4243AD7-0317-465B-AB50-5EC00B8AB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6985" y="129169"/>
            <a:ext cx="8058734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Indirect Communication (Cont.)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066DE404-CE0D-4099-B2D8-AC37843571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55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Synchronization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67B9D991-600B-415B-8F62-A95ED2FAF9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0225" y="1588165"/>
            <a:ext cx="7716838" cy="4976891"/>
          </a:xfrm>
        </p:spPr>
        <p:txBody>
          <a:bodyPr/>
          <a:lstStyle/>
          <a:p>
            <a:pPr marL="379413" indent="-379413">
              <a:defRPr/>
            </a:pPr>
            <a:r>
              <a:rPr lang="en-US" b="1" dirty="0">
                <a:solidFill>
                  <a:srgbClr val="006699"/>
                </a:solidFill>
                <a:latin typeface="+mj-lt"/>
              </a:rPr>
              <a:t>Blocking</a:t>
            </a:r>
            <a:r>
              <a:rPr lang="en-US" dirty="0">
                <a:cs typeface="ＭＳ Ｐゴシック" charset="-128"/>
              </a:rPr>
              <a:t> is considered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synchronous</a:t>
            </a:r>
          </a:p>
          <a:p>
            <a:pPr marL="798513" lvl="1" indent="-341313">
              <a:defRPr/>
            </a:pPr>
            <a:r>
              <a:rPr lang="en-US" b="1" dirty="0"/>
              <a:t>Blocking send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sender is blocked until the message is received</a:t>
            </a:r>
          </a:p>
          <a:p>
            <a:pPr marL="798513" lvl="1" indent="-341313">
              <a:defRPr/>
            </a:pPr>
            <a:r>
              <a:rPr lang="en-US" b="1" dirty="0"/>
              <a:t>Blocking receive </a:t>
            </a:r>
            <a:r>
              <a:rPr lang="en-US" dirty="0"/>
              <a:t>--</a:t>
            </a:r>
            <a:r>
              <a:rPr lang="en-US" b="1" dirty="0"/>
              <a:t> </a:t>
            </a:r>
            <a:r>
              <a:rPr lang="en-US" dirty="0"/>
              <a:t>the receiver is  blocked until a message is available</a:t>
            </a:r>
          </a:p>
          <a:p>
            <a:pPr marL="379413" indent="-379413">
              <a:defRPr/>
            </a:pPr>
            <a:r>
              <a:rPr lang="en-US" b="1" dirty="0">
                <a:solidFill>
                  <a:srgbClr val="006699"/>
                </a:solidFill>
                <a:latin typeface="+mj-lt"/>
              </a:rPr>
              <a:t>Non-blocking</a:t>
            </a:r>
            <a:r>
              <a:rPr lang="en-US" dirty="0">
                <a:cs typeface="ＭＳ Ｐゴシック" charset="-128"/>
              </a:rPr>
              <a:t> is considered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asynchronous</a:t>
            </a:r>
          </a:p>
          <a:p>
            <a:pPr marL="798513" lvl="1" indent="-341313">
              <a:defRPr/>
            </a:pPr>
            <a:r>
              <a:rPr lang="en-US" b="1" dirty="0"/>
              <a:t>Non-blocking send</a:t>
            </a:r>
            <a:r>
              <a:rPr lang="en-US" dirty="0"/>
              <a:t> -- the sender sends the message and continue</a:t>
            </a:r>
          </a:p>
          <a:p>
            <a:pPr marL="798513" lvl="1" indent="-341313">
              <a:defRPr/>
            </a:pPr>
            <a:r>
              <a:rPr lang="en-US" b="1" dirty="0"/>
              <a:t>Non-blocking receive</a:t>
            </a:r>
            <a:r>
              <a:rPr lang="en-US" dirty="0"/>
              <a:t> -- the receiver receives:</a:t>
            </a:r>
          </a:p>
          <a:p>
            <a:pPr marL="1141413" lvl="2" indent="-341313">
              <a:defRPr/>
            </a:pPr>
            <a:r>
              <a:rPr lang="en-US" dirty="0"/>
              <a:t>A valid message,  or </a:t>
            </a:r>
          </a:p>
          <a:p>
            <a:pPr marL="1141413" lvl="2" indent="-341313">
              <a:defRPr/>
            </a:pPr>
            <a:r>
              <a:rPr lang="en-US" dirty="0"/>
              <a:t>Null message</a:t>
            </a:r>
          </a:p>
          <a:p>
            <a:pPr marL="398463" indent="-341313">
              <a:defRPr/>
            </a:pPr>
            <a:r>
              <a:rPr lang="en-US" dirty="0">
                <a:ea typeface="ＭＳ Ｐゴシック" charset="0"/>
                <a:cs typeface="ＭＳ Ｐゴシック" charset="-128"/>
              </a:rPr>
              <a:t>Different combinations possible</a:t>
            </a:r>
          </a:p>
          <a:p>
            <a:pPr marL="798513" lvl="1" indent="-341313">
              <a:defRPr/>
            </a:pPr>
            <a:r>
              <a:rPr lang="en-US" dirty="0">
                <a:ea typeface="ＭＳ Ｐゴシック" charset="0"/>
              </a:rPr>
              <a:t>If both send and receive are blocking, we have a </a:t>
            </a:r>
            <a:r>
              <a:rPr lang="en-US" b="1" dirty="0">
                <a:solidFill>
                  <a:srgbClr val="006699"/>
                </a:solidFill>
                <a:latin typeface="+mj-lt"/>
              </a:rPr>
              <a:t>rendezvous</a:t>
            </a:r>
          </a:p>
          <a:p>
            <a:pPr marL="398463" indent="-341313">
              <a:defRPr/>
            </a:pPr>
            <a:endParaRPr lang="en-US" dirty="0">
              <a:cs typeface="ＭＳ Ｐゴシック" charset="-128"/>
            </a:endParaRPr>
          </a:p>
          <a:p>
            <a:pPr marL="1141413" lvl="2" indent="-341313">
              <a:buFont typeface="Monotype Sorts" pitchFamily="-84" charset="2"/>
              <a:buChar char="l"/>
              <a:defRPr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B062E3-7EE3-4CB3-A7FD-45050A40F8C4}"/>
              </a:ext>
            </a:extLst>
          </p:cNvPr>
          <p:cNvSpPr txBox="1"/>
          <p:nvPr/>
        </p:nvSpPr>
        <p:spPr>
          <a:xfrm>
            <a:off x="866272" y="1091585"/>
            <a:ext cx="747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79413" indent="-379413">
              <a:defRPr/>
            </a:pPr>
            <a:r>
              <a:rPr lang="en-US" dirty="0">
                <a:cs typeface="ＭＳ Ｐゴシック" charset="-128"/>
              </a:rPr>
              <a:t>Message passing may be either blocking or non-blocking</a:t>
            </a:r>
          </a:p>
        </p:txBody>
      </p:sp>
    </p:spTree>
    <p:extLst>
      <p:ext uri="{BB962C8B-B14F-4D97-AF65-F5344CB8AC3E}">
        <p14:creationId xmlns:p14="http://schemas.microsoft.com/office/powerpoint/2010/main" val="1615924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EFCCDAF0-ADCB-498D-ABA7-61D9ACD7A1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0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Buffering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9F3FAE0B-E324-4D81-9059-93D9D79F30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9000" y="1233488"/>
            <a:ext cx="7658100" cy="4530725"/>
          </a:xfrm>
        </p:spPr>
        <p:txBody>
          <a:bodyPr/>
          <a:lstStyle/>
          <a:p>
            <a:r>
              <a:rPr lang="en-US" altLang="en-US"/>
              <a:t>Queue of messages attached to the link.</a:t>
            </a:r>
          </a:p>
          <a:p>
            <a:r>
              <a:rPr lang="en-US" altLang="en-US"/>
              <a:t>Implemented in one of three ways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>
                <a:solidFill>
                  <a:srgbClr val="CC6600"/>
                </a:solidFill>
              </a:rPr>
              <a:t>1.</a:t>
            </a:r>
            <a:r>
              <a:rPr lang="en-US" altLang="en-US"/>
              <a:t>	Zero capacity – no messages are queued on a link.</a:t>
            </a:r>
            <a:br>
              <a:rPr lang="en-US" altLang="en-US"/>
            </a:br>
            <a:r>
              <a:rPr lang="en-US" altLang="en-US"/>
              <a:t>Sender must wait for receiver (rendezvous)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>
                <a:solidFill>
                  <a:srgbClr val="CC6600"/>
                </a:solidFill>
              </a:rPr>
              <a:t>2.</a:t>
            </a:r>
            <a:r>
              <a:rPr lang="en-US" altLang="en-US"/>
              <a:t>	Bounded capacity – finite length of </a:t>
            </a:r>
            <a:r>
              <a:rPr lang="en-US" altLang="en-US" i="1"/>
              <a:t>n</a:t>
            </a:r>
            <a:r>
              <a:rPr lang="en-US" altLang="en-US"/>
              <a:t> messages</a:t>
            </a:r>
            <a:br>
              <a:rPr lang="en-US" altLang="en-US"/>
            </a:br>
            <a:r>
              <a:rPr lang="en-US" altLang="en-US"/>
              <a:t>Sender must wait if link full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>
                <a:solidFill>
                  <a:srgbClr val="CC6600"/>
                </a:solidFill>
              </a:rPr>
              <a:t>3.</a:t>
            </a:r>
            <a:r>
              <a:rPr lang="en-US" altLang="en-US"/>
              <a:t>	Unbounded capacity – infinite length </a:t>
            </a:r>
            <a:br>
              <a:rPr lang="en-US" altLang="en-US"/>
            </a:br>
            <a:r>
              <a:rPr lang="en-US" altLang="en-US"/>
              <a:t>Sender never waits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A75C715D-993B-44C7-ADB7-9A677E467A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6763" y="2365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Communications in Client-Server Systems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4D67705B-FB5C-413D-B899-1A626A2B7D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9000" y="1233488"/>
            <a:ext cx="6794500" cy="4530725"/>
          </a:xfrm>
        </p:spPr>
        <p:txBody>
          <a:bodyPr/>
          <a:lstStyle/>
          <a:p>
            <a:r>
              <a:rPr lang="en-US" altLang="en-US"/>
              <a:t>Sockets</a:t>
            </a:r>
          </a:p>
          <a:p>
            <a:r>
              <a:rPr lang="en-US" altLang="en-US"/>
              <a:t>Remote Procedure Calls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9A89FFA0-4422-4D97-8EC3-0539C7C28F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5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Sockets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7EE1CFE9-1B2A-4F4F-8A26-40D04D7473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6300" y="1154113"/>
            <a:ext cx="7632700" cy="4530725"/>
          </a:xfrm>
        </p:spPr>
        <p:txBody>
          <a:bodyPr/>
          <a:lstStyle/>
          <a:p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socket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is defined as an endpoint for communication</a:t>
            </a:r>
            <a:endParaRPr lang="en-US" altLang="en-US" sz="800" dirty="0"/>
          </a:p>
          <a:p>
            <a:r>
              <a:rPr lang="en-US" altLang="en-US" dirty="0"/>
              <a:t>Concatenation of IP address 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port</a:t>
            </a:r>
            <a:r>
              <a:rPr lang="en-US" altLang="en-US" dirty="0"/>
              <a:t> – a number included at start of message packet to differentiate network services on a host</a:t>
            </a:r>
            <a:endParaRPr lang="en-US" altLang="en-US" sz="800" dirty="0"/>
          </a:p>
          <a:p>
            <a:r>
              <a:rPr lang="en-US" altLang="en-US" dirty="0"/>
              <a:t>The socket </a:t>
            </a:r>
            <a:r>
              <a:rPr lang="en-US" altLang="en-US" b="1" dirty="0"/>
              <a:t>161.25.19.8:1625</a:t>
            </a:r>
            <a:r>
              <a:rPr lang="en-US" altLang="en-US" dirty="0"/>
              <a:t> refers to port </a:t>
            </a:r>
            <a:r>
              <a:rPr lang="en-US" altLang="en-US" b="1" dirty="0"/>
              <a:t>1625</a:t>
            </a:r>
            <a:r>
              <a:rPr lang="en-US" altLang="en-US" dirty="0"/>
              <a:t> on host </a:t>
            </a:r>
            <a:r>
              <a:rPr lang="en-US" altLang="en-US" b="1" dirty="0"/>
              <a:t>161.25.19.8</a:t>
            </a:r>
            <a:endParaRPr lang="en-US" altLang="en-US" sz="800" b="1" dirty="0"/>
          </a:p>
          <a:p>
            <a:r>
              <a:rPr lang="en-US" altLang="en-US" dirty="0"/>
              <a:t>Communication consists between a pair of sockets</a:t>
            </a:r>
            <a:endParaRPr lang="en-US" altLang="en-US" sz="800" dirty="0"/>
          </a:p>
          <a:p>
            <a:r>
              <a:rPr lang="en-US" altLang="en-US" dirty="0"/>
              <a:t>All ports below 1024 are </a:t>
            </a:r>
            <a:r>
              <a:rPr lang="en-US" altLang="en-US" b="1" i="1" dirty="0"/>
              <a:t>well known</a:t>
            </a:r>
            <a:r>
              <a:rPr lang="en-US" altLang="en-US" dirty="0"/>
              <a:t>, used for standard services</a:t>
            </a:r>
            <a:endParaRPr lang="en-US" altLang="en-US" sz="800" dirty="0"/>
          </a:p>
          <a:p>
            <a:r>
              <a:rPr lang="en-US" altLang="en-US" dirty="0"/>
              <a:t>Special IP address 127.0.0.1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loopback</a:t>
            </a:r>
            <a:r>
              <a:rPr lang="en-US" altLang="en-US" dirty="0"/>
              <a:t>) to refer to system on which process is running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2ED2E090-F4D8-4519-90FE-FAC4503D24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7238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Socket Communication</a:t>
            </a:r>
          </a:p>
        </p:txBody>
      </p:sp>
      <p:pic>
        <p:nvPicPr>
          <p:cNvPr id="121859" name="Picture 1">
            <a:extLst>
              <a:ext uri="{FF2B5EF4-FFF2-40B4-BE49-F238E27FC236}">
                <a16:creationId xmlns:a16="http://schemas.microsoft.com/office/drawing/2014/main" id="{4D63FFD0-5A8A-4D78-9147-3649FE9110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688" y="1676400"/>
            <a:ext cx="5440362" cy="370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AC43FE53-E6DD-4685-9922-7444BF8AFB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70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Sockets in Java</a:t>
            </a:r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FDE461F4-16B3-46F4-BD43-800014F0C5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3419475" cy="4530725"/>
          </a:xfrm>
        </p:spPr>
        <p:txBody>
          <a:bodyPr/>
          <a:lstStyle/>
          <a:p>
            <a:r>
              <a:rPr lang="en-US" altLang="en-US" dirty="0"/>
              <a:t>Three types of sockets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Connection-oriented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TCP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Connectionless</a:t>
            </a:r>
            <a:r>
              <a:rPr lang="en-US" altLang="en-US" dirty="0"/>
              <a:t>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UDP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b="1" dirty="0" err="1">
                <a:latin typeface="Courier New" panose="02070309020205020404" pitchFamily="49" charset="0"/>
              </a:rPr>
              <a:t>MulticastSocket</a:t>
            </a:r>
            <a:r>
              <a:rPr lang="en-US" altLang="en-US" dirty="0"/>
              <a:t> class– data can be sent to multiple recipients</a:t>
            </a:r>
          </a:p>
          <a:p>
            <a:r>
              <a:rPr lang="en-US" altLang="en-US" dirty="0"/>
              <a:t>Consider this “Date” server in Java:</a:t>
            </a:r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  <p:pic>
        <p:nvPicPr>
          <p:cNvPr id="123908" name="Picture 1">
            <a:extLst>
              <a:ext uri="{FF2B5EF4-FFF2-40B4-BE49-F238E27FC236}">
                <a16:creationId xmlns:a16="http://schemas.microsoft.com/office/drawing/2014/main" id="{EEE0770C-1450-4345-BEEA-A9C8ED78C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5925" y="1233488"/>
            <a:ext cx="4740275" cy="472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itle 1">
            <a:extLst>
              <a:ext uri="{FF2B5EF4-FFF2-40B4-BE49-F238E27FC236}">
                <a16:creationId xmlns:a16="http://schemas.microsoft.com/office/drawing/2014/main" id="{C7511513-CD31-4692-851D-D1DB58E82D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Sockets in Java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F8969296-5702-413C-B856-961B30BD4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5013" y="1123950"/>
            <a:ext cx="285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0" lang="en-US" altLang="en-US" dirty="0">
                <a:latin typeface="+mn-lt"/>
              </a:rPr>
              <a:t>The equivalent Date client</a:t>
            </a:r>
          </a:p>
        </p:txBody>
      </p:sp>
      <p:pic>
        <p:nvPicPr>
          <p:cNvPr id="125956" name="Picture 3">
            <a:extLst>
              <a:ext uri="{FF2B5EF4-FFF2-40B4-BE49-F238E27FC236}">
                <a16:creationId xmlns:a16="http://schemas.microsoft.com/office/drawing/2014/main" id="{80564BD1-BFAE-4AE7-BD99-CC3DE4A87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325" y="1620838"/>
            <a:ext cx="4954588" cy="455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E01BCD28-A345-4D38-A597-097FF1FEF5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33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Remote Procedure Calls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CDEC6CAE-EDD4-4F10-873D-FB38F22E69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1700" y="1138238"/>
            <a:ext cx="7654925" cy="4867275"/>
          </a:xfrm>
        </p:spPr>
        <p:txBody>
          <a:bodyPr/>
          <a:lstStyle/>
          <a:p>
            <a:r>
              <a:rPr lang="en-US" altLang="en-US" dirty="0"/>
              <a:t>Remote procedure call (RPC) abstracts procedure calls between processes on networked systems</a:t>
            </a:r>
          </a:p>
          <a:p>
            <a:pPr lvl="1"/>
            <a:r>
              <a:rPr lang="en-US" altLang="en-US" dirty="0"/>
              <a:t>Again uses ports for service differentiation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Stubs</a:t>
            </a:r>
            <a:r>
              <a:rPr lang="en-US" altLang="en-US" dirty="0"/>
              <a:t> – client-side proxy for the actual procedure on the server</a:t>
            </a:r>
          </a:p>
          <a:p>
            <a:r>
              <a:rPr lang="en-US" altLang="en-US" dirty="0"/>
              <a:t>The client-side stub locates the server 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marshalls</a:t>
            </a:r>
            <a:r>
              <a:rPr lang="en-US" altLang="en-US" dirty="0"/>
              <a:t> the parameters</a:t>
            </a:r>
          </a:p>
          <a:p>
            <a:r>
              <a:rPr lang="en-US" altLang="en-US" dirty="0"/>
              <a:t>The server-side stub receives this message, unpacks the marshalled parameters, and performs the procedure on the server</a:t>
            </a:r>
          </a:p>
          <a:p>
            <a:r>
              <a:rPr lang="en-US" altLang="en-US" dirty="0"/>
              <a:t>On Windows, stub code compile from specification written in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Microsoft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Interface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Definition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Language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MIDL</a:t>
            </a:r>
            <a:r>
              <a:rPr lang="en-US" altLang="en-US" dirty="0"/>
              <a:t>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3CFC0513-6498-44D9-8826-FE7B637CBB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0275" y="230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Remote Procedure Calls (Cont.)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2D773B3E-1F58-47D6-A600-27575633E5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0275" y="969963"/>
            <a:ext cx="7672388" cy="4675187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endParaRPr lang="en-US" altLang="en-US" sz="1600" dirty="0"/>
          </a:p>
          <a:p>
            <a:r>
              <a:rPr lang="en-US" altLang="en-US" dirty="0"/>
              <a:t>Data representation handled via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External Data Representation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XDL</a:t>
            </a:r>
            <a:r>
              <a:rPr lang="en-US" altLang="en-US" dirty="0"/>
              <a:t>) format to account for different architectures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Big-endian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little-endian</a:t>
            </a:r>
          </a:p>
          <a:p>
            <a:r>
              <a:rPr lang="en-US" altLang="en-US" dirty="0"/>
              <a:t>Remote communication has more failure scenarios than local</a:t>
            </a:r>
          </a:p>
          <a:p>
            <a:pPr lvl="1"/>
            <a:r>
              <a:rPr lang="en-US" altLang="en-US" dirty="0"/>
              <a:t>Messages can be delivered </a:t>
            </a:r>
            <a:r>
              <a:rPr lang="en-US" altLang="en-US" b="1" i="1" dirty="0"/>
              <a:t>exactly once </a:t>
            </a:r>
            <a:r>
              <a:rPr lang="en-US" altLang="en-US" dirty="0"/>
              <a:t>rather than </a:t>
            </a:r>
            <a:r>
              <a:rPr lang="en-US" altLang="en-US" b="1" i="1" dirty="0"/>
              <a:t>at most once</a:t>
            </a:r>
          </a:p>
          <a:p>
            <a:r>
              <a:rPr lang="en-US" altLang="en-US" dirty="0"/>
              <a:t>OS typically provides a rendezvous (or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matchmaker</a:t>
            </a:r>
            <a:r>
              <a:rPr lang="en-US" altLang="en-US" dirty="0"/>
              <a:t>) service to connect client and server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D538A429-F2A7-4F7C-87E2-EEC652982A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0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Execution of RPC</a:t>
            </a:r>
          </a:p>
        </p:txBody>
      </p:sp>
      <p:pic>
        <p:nvPicPr>
          <p:cNvPr id="131075" name="Picture 1">
            <a:extLst>
              <a:ext uri="{FF2B5EF4-FFF2-40B4-BE49-F238E27FC236}">
                <a16:creationId xmlns:a16="http://schemas.microsoft.com/office/drawing/2014/main" id="{ECFE0A42-3507-487F-9D40-A6D4040A6D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909638"/>
            <a:ext cx="4419600" cy="531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81719306-4F82-48FE-911C-AE3ACD5990C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16539</TotalTime>
  <Words>910</Words>
  <Application>Microsoft Office PowerPoint</Application>
  <PresentationFormat>Presentación en pantalla (4:3)</PresentationFormat>
  <Paragraphs>135</Paragraphs>
  <Slides>21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31" baseType="lpstr">
      <vt:lpstr>ＭＳ Ｐゴシック</vt:lpstr>
      <vt:lpstr>Arial</vt:lpstr>
      <vt:lpstr>Courier New</vt:lpstr>
      <vt:lpstr>Helvetica</vt:lpstr>
      <vt:lpstr>Monotype Sorts</vt:lpstr>
      <vt:lpstr>Times New Roman</vt:lpstr>
      <vt:lpstr>Verdana</vt:lpstr>
      <vt:lpstr>Webdings</vt:lpstr>
      <vt:lpstr>Wingdings</vt:lpstr>
      <vt:lpstr>os-8</vt:lpstr>
      <vt:lpstr>Processes Communication</vt:lpstr>
      <vt:lpstr>Interprocess Communication</vt:lpstr>
      <vt:lpstr>Communications Models </vt:lpstr>
      <vt:lpstr>IPC – Message Passing</vt:lpstr>
      <vt:lpstr>Message Passing (Cont.)</vt:lpstr>
      <vt:lpstr>Implementation of Communication Link</vt:lpstr>
      <vt:lpstr>Direct Communication</vt:lpstr>
      <vt:lpstr>Indirect Communication</vt:lpstr>
      <vt:lpstr>Indirect Communication (Cont.)</vt:lpstr>
      <vt:lpstr>Indirect Communication (Cont.)</vt:lpstr>
      <vt:lpstr>Synchronization</vt:lpstr>
      <vt:lpstr>Buffering</vt:lpstr>
      <vt:lpstr>Communications in Client-Server Systems</vt:lpstr>
      <vt:lpstr>Sockets</vt:lpstr>
      <vt:lpstr>Socket Communication</vt:lpstr>
      <vt:lpstr>Sockets in Java</vt:lpstr>
      <vt:lpstr>Sockets in Java</vt:lpstr>
      <vt:lpstr>Remote Procedure Calls</vt:lpstr>
      <vt:lpstr>Remote Procedure Calls (Cont.)</vt:lpstr>
      <vt:lpstr>Execution of RPC</vt:lpstr>
      <vt:lpstr>End of Chapter 3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Pedro Mario Wightman Rojas</cp:lastModifiedBy>
  <cp:revision>348</cp:revision>
  <cp:lastPrinted>2013-10-02T18:16:40Z</cp:lastPrinted>
  <dcterms:created xsi:type="dcterms:W3CDTF">2011-01-13T23:43:38Z</dcterms:created>
  <dcterms:modified xsi:type="dcterms:W3CDTF">2025-02-05T21:45:41Z</dcterms:modified>
</cp:coreProperties>
</file>