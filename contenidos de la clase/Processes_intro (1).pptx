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1"/>
  </p:notesMasterIdLst>
  <p:handoutMasterIdLst>
    <p:handoutMasterId r:id="rId42"/>
  </p:handoutMasterIdLst>
  <p:sldIdLst>
    <p:sldId id="330" r:id="rId2"/>
    <p:sldId id="413" r:id="rId3"/>
    <p:sldId id="468" r:id="rId4"/>
    <p:sldId id="414" r:id="rId5"/>
    <p:sldId id="499" r:id="rId6"/>
    <p:sldId id="415" r:id="rId7"/>
    <p:sldId id="416" r:id="rId8"/>
    <p:sldId id="417" r:id="rId9"/>
    <p:sldId id="469" r:id="rId10"/>
    <p:sldId id="543" r:id="rId11"/>
    <p:sldId id="528" r:id="rId12"/>
    <p:sldId id="544" r:id="rId13"/>
    <p:sldId id="545" r:id="rId14"/>
    <p:sldId id="529" r:id="rId15"/>
    <p:sldId id="530" r:id="rId16"/>
    <p:sldId id="500" r:id="rId17"/>
    <p:sldId id="501" r:id="rId18"/>
    <p:sldId id="542" r:id="rId19"/>
    <p:sldId id="349" r:id="rId20"/>
    <p:sldId id="285" r:id="rId21"/>
    <p:sldId id="313" r:id="rId22"/>
    <p:sldId id="531" r:id="rId23"/>
    <p:sldId id="532" r:id="rId24"/>
    <p:sldId id="533" r:id="rId25"/>
    <p:sldId id="534" r:id="rId26"/>
    <p:sldId id="535" r:id="rId27"/>
    <p:sldId id="536" r:id="rId28"/>
    <p:sldId id="537" r:id="rId29"/>
    <p:sldId id="540" r:id="rId30"/>
    <p:sldId id="541" r:id="rId31"/>
    <p:sldId id="428" r:id="rId32"/>
    <p:sldId id="429" r:id="rId33"/>
    <p:sldId id="431" r:id="rId34"/>
    <p:sldId id="430" r:id="rId35"/>
    <p:sldId id="432" r:id="rId36"/>
    <p:sldId id="478" r:id="rId37"/>
    <p:sldId id="434" r:id="rId38"/>
    <p:sldId id="471" r:id="rId39"/>
    <p:sldId id="502" r:id="rId4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229EF1-7509-46EA-9E59-EF8253E81CE5}" v="27" dt="2025-02-06T03:19:58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635"/>
  </p:normalViewPr>
  <p:slideViewPr>
    <p:cSldViewPr snapToGrid="0">
      <p:cViewPr varScale="1">
        <p:scale>
          <a:sx n="106" d="100"/>
          <a:sy n="106" d="100"/>
        </p:scale>
        <p:origin x="1716" y="9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Mario Wightman Rojas" userId="468d1616-4366-45b4-8440-4a57b3b20d5f" providerId="ADAL" clId="{59229EF1-7509-46EA-9E59-EF8253E81CE5}"/>
    <pc:docChg chg="custSel addSld delSld modSld">
      <pc:chgData name="Pedro Mario Wightman Rojas" userId="468d1616-4366-45b4-8440-4a57b3b20d5f" providerId="ADAL" clId="{59229EF1-7509-46EA-9E59-EF8253E81CE5}" dt="2025-02-06T03:20:06.286" v="329" actId="2890"/>
      <pc:docMkLst>
        <pc:docMk/>
      </pc:docMkLst>
      <pc:sldChg chg="modSp add del">
        <pc:chgData name="Pedro Mario Wightman Rojas" userId="468d1616-4366-45b4-8440-4a57b3b20d5f" providerId="ADAL" clId="{59229EF1-7509-46EA-9E59-EF8253E81CE5}" dt="2025-02-06T03:10:39.596" v="26" actId="2696"/>
        <pc:sldMkLst>
          <pc:docMk/>
          <pc:sldMk cId="0" sldId="285"/>
        </pc:sldMkLst>
        <pc:spChg chg="mod">
          <ac:chgData name="Pedro Mario Wightman Rojas" userId="468d1616-4366-45b4-8440-4a57b3b20d5f" providerId="ADAL" clId="{59229EF1-7509-46EA-9E59-EF8253E81CE5}" dt="2025-02-06T03:10:28.417" v="24"/>
          <ac:spMkLst>
            <pc:docMk/>
            <pc:sldMk cId="0" sldId="285"/>
            <ac:spMk id="4" creationId="{00000000-0000-0000-0000-000000000000}"/>
          </ac:spMkLst>
        </pc:spChg>
      </pc:sldChg>
      <pc:sldChg chg="add">
        <pc:chgData name="Pedro Mario Wightman Rojas" userId="468d1616-4366-45b4-8440-4a57b3b20d5f" providerId="ADAL" clId="{59229EF1-7509-46EA-9E59-EF8253E81CE5}" dt="2025-02-06T03:11:21.723" v="65"/>
        <pc:sldMkLst>
          <pc:docMk/>
          <pc:sldMk cId="2778419338" sldId="285"/>
        </pc:sldMkLst>
      </pc:sldChg>
      <pc:sldChg chg="modSp add del">
        <pc:chgData name="Pedro Mario Wightman Rojas" userId="468d1616-4366-45b4-8440-4a57b3b20d5f" providerId="ADAL" clId="{59229EF1-7509-46EA-9E59-EF8253E81CE5}" dt="2025-02-06T03:10:39.596" v="26" actId="2696"/>
        <pc:sldMkLst>
          <pc:docMk/>
          <pc:sldMk cId="0" sldId="313"/>
        </pc:sldMkLst>
        <pc:spChg chg="mod">
          <ac:chgData name="Pedro Mario Wightman Rojas" userId="468d1616-4366-45b4-8440-4a57b3b20d5f" providerId="ADAL" clId="{59229EF1-7509-46EA-9E59-EF8253E81CE5}" dt="2025-02-06T03:10:28.417" v="24"/>
          <ac:spMkLst>
            <pc:docMk/>
            <pc:sldMk cId="0" sldId="313"/>
            <ac:spMk id="4" creationId="{00000000-0000-0000-0000-000000000000}"/>
          </ac:spMkLst>
        </pc:spChg>
      </pc:sldChg>
      <pc:sldChg chg="add">
        <pc:chgData name="Pedro Mario Wightman Rojas" userId="468d1616-4366-45b4-8440-4a57b3b20d5f" providerId="ADAL" clId="{59229EF1-7509-46EA-9E59-EF8253E81CE5}" dt="2025-02-06T03:11:21.723" v="65"/>
        <pc:sldMkLst>
          <pc:docMk/>
          <pc:sldMk cId="2706169245" sldId="313"/>
        </pc:sldMkLst>
      </pc:sldChg>
      <pc:sldChg chg="add">
        <pc:chgData name="Pedro Mario Wightman Rojas" userId="468d1616-4366-45b4-8440-4a57b3b20d5f" providerId="ADAL" clId="{59229EF1-7509-46EA-9E59-EF8253E81CE5}" dt="2025-02-06T03:11:21.723" v="65"/>
        <pc:sldMkLst>
          <pc:docMk/>
          <pc:sldMk cId="757068297" sldId="349"/>
        </pc:sldMkLst>
      </pc:sldChg>
      <pc:sldChg chg="modSp add del mod">
        <pc:chgData name="Pedro Mario Wightman Rojas" userId="468d1616-4366-45b4-8440-4a57b3b20d5f" providerId="ADAL" clId="{59229EF1-7509-46EA-9E59-EF8253E81CE5}" dt="2025-02-06T03:10:39.596" v="26" actId="2696"/>
        <pc:sldMkLst>
          <pc:docMk/>
          <pc:sldMk cId="3048402038" sldId="349"/>
        </pc:sldMkLst>
        <pc:spChg chg="mod">
          <ac:chgData name="Pedro Mario Wightman Rojas" userId="468d1616-4366-45b4-8440-4a57b3b20d5f" providerId="ADAL" clId="{59229EF1-7509-46EA-9E59-EF8253E81CE5}" dt="2025-02-06T03:10:28.949" v="25" actId="27636"/>
          <ac:spMkLst>
            <pc:docMk/>
            <pc:sldMk cId="3048402038" sldId="349"/>
            <ac:spMk id="2" creationId="{00000000-0000-0000-0000-000000000000}"/>
          </ac:spMkLst>
        </pc:spChg>
        <pc:spChg chg="mod">
          <ac:chgData name="Pedro Mario Wightman Rojas" userId="468d1616-4366-45b4-8440-4a57b3b20d5f" providerId="ADAL" clId="{59229EF1-7509-46EA-9E59-EF8253E81CE5}" dt="2025-02-06T03:10:28.417" v="24"/>
          <ac:spMkLst>
            <pc:docMk/>
            <pc:sldMk cId="3048402038" sldId="349"/>
            <ac:spMk id="4" creationId="{00000000-0000-0000-0000-000000000000}"/>
          </ac:spMkLst>
        </pc:spChg>
      </pc:sldChg>
      <pc:sldChg chg="del">
        <pc:chgData name="Pedro Mario Wightman Rojas" userId="468d1616-4366-45b4-8440-4a57b3b20d5f" providerId="ADAL" clId="{59229EF1-7509-46EA-9E59-EF8253E81CE5}" dt="2025-02-05T21:45:50.221" v="1" actId="47"/>
        <pc:sldMkLst>
          <pc:docMk/>
          <pc:sldMk cId="0" sldId="419"/>
        </pc:sldMkLst>
      </pc:sldChg>
      <pc:sldChg chg="del">
        <pc:chgData name="Pedro Mario Wightman Rojas" userId="468d1616-4366-45b4-8440-4a57b3b20d5f" providerId="ADAL" clId="{59229EF1-7509-46EA-9E59-EF8253E81CE5}" dt="2025-02-05T21:45:56.722" v="2" actId="47"/>
        <pc:sldMkLst>
          <pc:docMk/>
          <pc:sldMk cId="0" sldId="421"/>
        </pc:sldMkLst>
      </pc:sldChg>
      <pc:sldChg chg="del">
        <pc:chgData name="Pedro Mario Wightman Rojas" userId="468d1616-4366-45b4-8440-4a57b3b20d5f" providerId="ADAL" clId="{59229EF1-7509-46EA-9E59-EF8253E81CE5}" dt="2025-02-05T21:45:56.722" v="2" actId="47"/>
        <pc:sldMkLst>
          <pc:docMk/>
          <pc:sldMk cId="0" sldId="422"/>
        </pc:sldMkLst>
      </pc:sldChg>
      <pc:sldChg chg="del">
        <pc:chgData name="Pedro Mario Wightman Rojas" userId="468d1616-4366-45b4-8440-4a57b3b20d5f" providerId="ADAL" clId="{59229EF1-7509-46EA-9E59-EF8253E81CE5}" dt="2025-02-05T21:45:56.722" v="2" actId="47"/>
        <pc:sldMkLst>
          <pc:docMk/>
          <pc:sldMk cId="0" sldId="423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36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37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45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46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47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48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51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55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57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58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59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60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61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62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63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67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73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76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77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79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90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91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92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96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97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498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503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507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508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509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510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511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512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513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0" sldId="514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1261982872" sldId="516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1615924183" sldId="518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992440663" sldId="520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4189252353" sldId="521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4199346974" sldId="522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2111936658" sldId="523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2964105823" sldId="524"/>
        </pc:sldMkLst>
      </pc:sldChg>
      <pc:sldChg chg="del">
        <pc:chgData name="Pedro Mario Wightman Rojas" userId="468d1616-4366-45b4-8440-4a57b3b20d5f" providerId="ADAL" clId="{59229EF1-7509-46EA-9E59-EF8253E81CE5}" dt="2025-02-05T21:43:50.369" v="0" actId="47"/>
        <pc:sldMkLst>
          <pc:docMk/>
          <pc:sldMk cId="2239292441" sldId="525"/>
        </pc:sldMkLst>
      </pc:sldChg>
      <pc:sldChg chg="modSp del">
        <pc:chgData name="Pedro Mario Wightman Rojas" userId="468d1616-4366-45b4-8440-4a57b3b20d5f" providerId="ADAL" clId="{59229EF1-7509-46EA-9E59-EF8253E81CE5}" dt="2025-02-05T21:52:44.836" v="5" actId="47"/>
        <pc:sldMkLst>
          <pc:docMk/>
          <pc:sldMk cId="3747442084" sldId="526"/>
        </pc:sldMkLst>
        <pc:picChg chg="mod">
          <ac:chgData name="Pedro Mario Wightman Rojas" userId="468d1616-4366-45b4-8440-4a57b3b20d5f" providerId="ADAL" clId="{59229EF1-7509-46EA-9E59-EF8253E81CE5}" dt="2025-02-05T21:46:16.092" v="4" actId="1076"/>
          <ac:picMkLst>
            <pc:docMk/>
            <pc:sldMk cId="3747442084" sldId="526"/>
            <ac:picMk id="24581" creationId="{00000000-0000-0000-0000-000000000000}"/>
          </ac:picMkLst>
        </pc:picChg>
      </pc:sldChg>
      <pc:sldChg chg="del">
        <pc:chgData name="Pedro Mario Wightman Rojas" userId="468d1616-4366-45b4-8440-4a57b3b20d5f" providerId="ADAL" clId="{59229EF1-7509-46EA-9E59-EF8253E81CE5}" dt="2025-02-05T21:52:44.836" v="5" actId="47"/>
        <pc:sldMkLst>
          <pc:docMk/>
          <pc:sldMk cId="2101964625" sldId="527"/>
        </pc:sldMkLst>
      </pc:sldChg>
      <pc:sldChg chg="modSp mod">
        <pc:chgData name="Pedro Mario Wightman Rojas" userId="468d1616-4366-45b4-8440-4a57b3b20d5f" providerId="ADAL" clId="{59229EF1-7509-46EA-9E59-EF8253E81CE5}" dt="2025-02-06T03:19:38.164" v="324" actId="403"/>
        <pc:sldMkLst>
          <pc:docMk/>
          <pc:sldMk cId="17697383" sldId="528"/>
        </pc:sldMkLst>
        <pc:spChg chg="mod">
          <ac:chgData name="Pedro Mario Wightman Rojas" userId="468d1616-4366-45b4-8440-4a57b3b20d5f" providerId="ADAL" clId="{59229EF1-7509-46EA-9E59-EF8253E81CE5}" dt="2025-02-06T03:19:38.164" v="324" actId="403"/>
          <ac:spMkLst>
            <pc:docMk/>
            <pc:sldMk cId="17697383" sldId="528"/>
            <ac:spMk id="25603" creationId="{00000000-0000-0000-0000-000000000000}"/>
          </ac:spMkLst>
        </pc:spChg>
      </pc:sldChg>
      <pc:sldChg chg="modSp">
        <pc:chgData name="Pedro Mario Wightman Rojas" userId="468d1616-4366-45b4-8440-4a57b3b20d5f" providerId="ADAL" clId="{59229EF1-7509-46EA-9E59-EF8253E81CE5}" dt="2025-02-06T03:07:34.065" v="23" actId="1035"/>
        <pc:sldMkLst>
          <pc:docMk/>
          <pc:sldMk cId="1040108812" sldId="534"/>
        </pc:sldMkLst>
        <pc:picChg chg="mod">
          <ac:chgData name="Pedro Mario Wightman Rojas" userId="468d1616-4366-45b4-8440-4a57b3b20d5f" providerId="ADAL" clId="{59229EF1-7509-46EA-9E59-EF8253E81CE5}" dt="2025-02-06T03:07:34.065" v="23" actId="1035"/>
          <ac:picMkLst>
            <pc:docMk/>
            <pc:sldMk cId="1040108812" sldId="534"/>
            <ac:picMk id="38916" creationId="{00000000-0000-0000-0000-000000000000}"/>
          </ac:picMkLst>
        </pc:picChg>
      </pc:sldChg>
      <pc:sldChg chg="del">
        <pc:chgData name="Pedro Mario Wightman Rojas" userId="468d1616-4366-45b4-8440-4a57b3b20d5f" providerId="ADAL" clId="{59229EF1-7509-46EA-9E59-EF8253E81CE5}" dt="2025-02-06T03:11:54.670" v="66" actId="47"/>
        <pc:sldMkLst>
          <pc:docMk/>
          <pc:sldMk cId="3174195319" sldId="538"/>
        </pc:sldMkLst>
      </pc:sldChg>
      <pc:sldChg chg="del">
        <pc:chgData name="Pedro Mario Wightman Rojas" userId="468d1616-4366-45b4-8440-4a57b3b20d5f" providerId="ADAL" clId="{59229EF1-7509-46EA-9E59-EF8253E81CE5}" dt="2025-02-06T03:11:54.670" v="66" actId="47"/>
        <pc:sldMkLst>
          <pc:docMk/>
          <pc:sldMk cId="2333232361" sldId="539"/>
        </pc:sldMkLst>
      </pc:sldChg>
      <pc:sldChg chg="modSp new mod">
        <pc:chgData name="Pedro Mario Wightman Rojas" userId="468d1616-4366-45b4-8440-4a57b3b20d5f" providerId="ADAL" clId="{59229EF1-7509-46EA-9E59-EF8253E81CE5}" dt="2025-02-06T03:11:10.812" v="64"/>
        <pc:sldMkLst>
          <pc:docMk/>
          <pc:sldMk cId="1039132544" sldId="543"/>
        </pc:sldMkLst>
        <pc:spChg chg="mod">
          <ac:chgData name="Pedro Mario Wightman Rojas" userId="468d1616-4366-45b4-8440-4a57b3b20d5f" providerId="ADAL" clId="{59229EF1-7509-46EA-9E59-EF8253E81CE5}" dt="2025-02-06T03:11:10.812" v="64"/>
          <ac:spMkLst>
            <pc:docMk/>
            <pc:sldMk cId="1039132544" sldId="543"/>
            <ac:spMk id="2" creationId="{B5A9F52C-CE95-3ADE-2051-4D1D864E1AB8}"/>
          </ac:spMkLst>
        </pc:spChg>
      </pc:sldChg>
      <pc:sldChg chg="modSp add mod">
        <pc:chgData name="Pedro Mario Wightman Rojas" userId="468d1616-4366-45b4-8440-4a57b3b20d5f" providerId="ADAL" clId="{59229EF1-7509-46EA-9E59-EF8253E81CE5}" dt="2025-02-06T03:19:58.093" v="328" actId="14100"/>
        <pc:sldMkLst>
          <pc:docMk/>
          <pc:sldMk cId="358784692" sldId="544"/>
        </pc:sldMkLst>
        <pc:spChg chg="mod">
          <ac:chgData name="Pedro Mario Wightman Rojas" userId="468d1616-4366-45b4-8440-4a57b3b20d5f" providerId="ADAL" clId="{59229EF1-7509-46EA-9E59-EF8253E81CE5}" dt="2025-02-06T03:19:58.093" v="328" actId="14100"/>
          <ac:spMkLst>
            <pc:docMk/>
            <pc:sldMk cId="358784692" sldId="544"/>
            <ac:spMk id="25603" creationId="{476F0E29-62AA-8317-0414-2AE4B9474B6E}"/>
          </ac:spMkLst>
        </pc:spChg>
      </pc:sldChg>
      <pc:sldChg chg="add">
        <pc:chgData name="Pedro Mario Wightman Rojas" userId="468d1616-4366-45b4-8440-4a57b3b20d5f" providerId="ADAL" clId="{59229EF1-7509-46EA-9E59-EF8253E81CE5}" dt="2025-02-06T03:20:06.286" v="329" actId="2890"/>
        <pc:sldMkLst>
          <pc:docMk/>
          <pc:sldMk cId="2335758886" sldId="54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‹Nº›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‹Nº›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30F164-3563-441D-A2BB-9ECF873C6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8081F0E-1362-4F6F-BE70-E88D6BFB0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B97593-0041-4772-A59B-E780BE22D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77EF500-B7A4-4BC7-84F3-DC9FCA5B5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55D7E6C-E4BC-4E16-83B1-ED424A354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6D47F81-B4E3-449F-BAFA-037C273646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9F52C5D-9955-47A2-9EA6-38FEB66EF3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6218432-9C5A-4AD0-9E05-B7796597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2EA566-EA1E-431B-9110-DD679A87E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C1B7D9C-8A76-4C14-A850-8C9DC9F5D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F878B3E-8479-4A7F-B924-0DB8314B23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282D934-92EA-49D5-A68F-69E0FE530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5623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F80F3-0553-8FEA-B77A-DF3C0E32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B9D265C6-CEE9-01B1-6D66-50C5DC1E94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8B29548-71ED-D828-67BE-A0DF72D28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5334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09A12-664D-0750-C721-94013083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BE4C2249-2F67-7C70-A3A1-B7AB3CE361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D9C1B8C-3CD6-0BBE-AE9B-6CE8CADEB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9838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1398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3243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19DD103-275F-46A0-BEB3-576DC18D62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9ADCDDC-7641-41D4-AAB2-2DC5DA954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FCFEC24-8D51-4AAB-8657-81C987750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FAB513B-E127-4650-9171-574B0AF72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0D38BF-69C0-4827-8412-7858C3DF1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44858F79-C01D-482F-8DDE-C80780DD0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459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0471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3542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6274375" indent="-35837813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49442688" indent="-48567975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58BA1A-8905-43F2-9D51-847280A08487}" type="slidenum">
              <a:rPr lang="en-US" altLang="es-CO" sz="1200">
                <a:latin typeface="Times New Roman" panose="02020603050405020304" pitchFamily="18" charset="0"/>
              </a:rPr>
              <a:pPr/>
              <a:t>23</a:t>
            </a:fld>
            <a:endParaRPr lang="en-US" altLang="es-CO" sz="120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051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6274375" indent="-35837813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49442688" indent="-48567975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8C30EF-3D58-4EE8-A5B9-DBC59C0414D9}" type="slidenum">
              <a:rPr lang="en-US" altLang="es-CO" sz="1200">
                <a:latin typeface="Times New Roman" panose="02020603050405020304" pitchFamily="18" charset="0"/>
              </a:rPr>
              <a:pPr/>
              <a:t>24</a:t>
            </a:fld>
            <a:endParaRPr lang="en-US" altLang="es-CO" sz="120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296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6274375" indent="-35837813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49442688" indent="-48567975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23312CA-CED7-4715-865F-101CBD40BBDA}" type="slidenum">
              <a:rPr lang="en-US" altLang="es-CO" sz="1200">
                <a:latin typeface="Times New Roman" panose="02020603050405020304" pitchFamily="18" charset="0"/>
              </a:rPr>
              <a:pPr/>
              <a:t>25</a:t>
            </a:fld>
            <a:endParaRPr lang="en-US" altLang="es-CO" sz="120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334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6274375" indent="-35837813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49442688" indent="-48567975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142C0E-555B-4AA8-981B-F07CC54136BD}" type="slidenum">
              <a:rPr lang="en-US" altLang="es-CO" sz="1200">
                <a:latin typeface="Times New Roman" panose="02020603050405020304" pitchFamily="18" charset="0"/>
              </a:rPr>
              <a:pPr/>
              <a:t>26</a:t>
            </a:fld>
            <a:endParaRPr lang="en-US" altLang="es-CO" sz="120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0241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6274375" indent="-35837813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49442688" indent="-48567975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15F2D7-AB3C-412F-B876-57A744C140F9}" type="slidenum">
              <a:rPr lang="en-US" altLang="es-CO" sz="1200">
                <a:latin typeface="Times New Roman" panose="02020603050405020304" pitchFamily="18" charset="0"/>
              </a:rPr>
              <a:pPr/>
              <a:t>27</a:t>
            </a:fld>
            <a:endParaRPr lang="en-US" altLang="es-CO" sz="120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0824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6274375" indent="-35837813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49442688" indent="-48567975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1F4FA0-6408-497B-AD2B-01DF06650ABA}" type="slidenum">
              <a:rPr lang="en-US" altLang="es-CO" sz="1200">
                <a:latin typeface="Times New Roman" panose="02020603050405020304" pitchFamily="18" charset="0"/>
              </a:rPr>
              <a:pPr/>
              <a:t>28</a:t>
            </a:fld>
            <a:endParaRPr lang="en-US" altLang="es-CO" sz="120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18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6274375" indent="-35837813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49442688" indent="-48567975" defTabSz="92392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4EFF3E-279E-4845-ABA4-B31885AD5EBB}" type="slidenum">
              <a:rPr lang="en-US" altLang="es-CO" sz="1200">
                <a:latin typeface="Times New Roman" panose="02020603050405020304" pitchFamily="18" charset="0"/>
              </a:rPr>
              <a:pPr/>
              <a:t>29</a:t>
            </a:fld>
            <a:endParaRPr lang="en-US" altLang="es-CO" sz="120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2185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930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C96916-1BAE-4A4E-BF94-2604763DB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FEBB5C8-282F-4906-80B9-C81D701613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17605DEB-C81B-41F2-ABA8-D21CD717F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20811E7-D32E-4B74-9C5E-4F2EBBA71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ADFF460-F732-4F8E-9BEC-BDC62B69C0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427A0BF-8535-41FD-9918-F0C0C2585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97FF49F-1D45-469B-875E-F2DC1DDA4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9FD0D0-FC60-49A7-A825-489FF222C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060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6C03FFC-61A1-4E2B-BB58-CEF8239A97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1C4ACA0-7908-4D31-AF21-00AD91730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A77185-263F-40EF-B517-050039163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3895C72-BFF8-4918-95C2-8FFB7A879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9F2A1A-F415-4861-9317-8DF50F438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8EDBADE-A031-473C-85B2-8404A6820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A7F482-09C8-4234-BA8B-E06C78451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97F5174-3BAF-4B1B-846E-3DB7430B2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‹Nº›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Chapter 3: 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E8AE27-E50C-40A0-B477-CFFEC3475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22250"/>
            <a:ext cx="6107112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Concept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D446FCF-843C-4B0E-B66C-D60BED277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6500"/>
            <a:ext cx="7624536" cy="47588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operating system executes a variety of programs that run as a process.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dirty="0"/>
              <a:t> – a program in execution; process execution must progress in sequential fashion. No parallel execution of instructions of a  single process</a:t>
            </a:r>
          </a:p>
          <a:p>
            <a:r>
              <a:rPr lang="en-US" altLang="en-US" dirty="0"/>
              <a:t>Multiple parts</a:t>
            </a:r>
          </a:p>
          <a:p>
            <a:pPr lvl="1"/>
            <a:r>
              <a:rPr lang="en-US" altLang="en-US" dirty="0"/>
              <a:t>The program code, 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</a:p>
          <a:p>
            <a:pPr lvl="1"/>
            <a:r>
              <a:rPr lang="en-US" altLang="en-US" dirty="0"/>
              <a:t>Current activity including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program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counter</a:t>
            </a:r>
            <a:r>
              <a:rPr lang="en-US" altLang="en-US" dirty="0"/>
              <a:t>, processor registers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</a:t>
            </a:r>
            <a:r>
              <a:rPr lang="en-US" altLang="en-US" b="1" dirty="0"/>
              <a:t> </a:t>
            </a:r>
            <a:r>
              <a:rPr lang="en-US" altLang="en-US" dirty="0"/>
              <a:t>containing temporary data</a:t>
            </a:r>
          </a:p>
          <a:p>
            <a:pPr lvl="2"/>
            <a:r>
              <a:rPr lang="en-US" altLang="en-US" dirty="0"/>
              <a:t>Function parameters, return addresses, local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section</a:t>
            </a:r>
            <a:r>
              <a:rPr lang="en-US" altLang="en-US" b="1" dirty="0"/>
              <a:t> </a:t>
            </a:r>
            <a:r>
              <a:rPr lang="en-US" altLang="en-US" dirty="0"/>
              <a:t>containing global variables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Heap</a:t>
            </a:r>
            <a:r>
              <a:rPr lang="en-US" altLang="en-US" b="1" dirty="0"/>
              <a:t> </a:t>
            </a:r>
            <a:r>
              <a:rPr lang="en-US" altLang="en-US" dirty="0"/>
              <a:t>containing memory dynamically allocated during run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9FB78B1-A72C-494F-9718-8FF44F750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76388" y="230188"/>
            <a:ext cx="6107112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Concept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99AC1A-7079-467A-A88A-5DCC86E36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750" y="1203325"/>
            <a:ext cx="6949621" cy="4595132"/>
          </a:xfrm>
        </p:spPr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dirty="0"/>
              <a:t>); process is </a:t>
            </a:r>
            <a:r>
              <a:rPr lang="en-US" altLang="en-US" b="1" dirty="0"/>
              <a:t>active</a:t>
            </a:r>
            <a:r>
              <a:rPr lang="en-US" altLang="en-US" b="1" i="1" dirty="0"/>
              <a:t> </a:t>
            </a:r>
          </a:p>
          <a:p>
            <a:pPr lvl="1"/>
            <a:r>
              <a:rPr lang="en-US" altLang="en-US" dirty="0"/>
              <a:t>Program becomes process when an executable file is loaded into memory</a:t>
            </a:r>
          </a:p>
          <a:p>
            <a:r>
              <a:rPr lang="en-US" altLang="en-US" dirty="0"/>
              <a:t>Execution of program started via GUI mouse clicks, command line entry of its name, etc.</a:t>
            </a:r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AFA67C-5037-4199-ADB3-2B949804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in Memory</a:t>
            </a:r>
          </a:p>
        </p:txBody>
      </p:sp>
      <p:pic>
        <p:nvPicPr>
          <p:cNvPr id="15363" name="Picture 1">
            <a:extLst>
              <a:ext uri="{FF2B5EF4-FFF2-40B4-BE49-F238E27FC236}">
                <a16:creationId xmlns:a16="http://schemas.microsoft.com/office/drawing/2014/main" id="{56913459-B2A5-4780-A47A-63C55AF8C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595438"/>
            <a:ext cx="2655888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F0918BC-EE47-4B64-B75C-97D41C08DC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4057" y="196397"/>
            <a:ext cx="8077200" cy="576263"/>
          </a:xfrm>
        </p:spPr>
        <p:txBody>
          <a:bodyPr/>
          <a:lstStyle/>
          <a:p>
            <a:r>
              <a:rPr lang="en-US" altLang="en-US" dirty="0"/>
              <a:t>Memory Layout of a C Program</a:t>
            </a:r>
          </a:p>
        </p:txBody>
      </p:sp>
      <p:pic>
        <p:nvPicPr>
          <p:cNvPr id="17411" name="Picture 1">
            <a:extLst>
              <a:ext uri="{FF2B5EF4-FFF2-40B4-BE49-F238E27FC236}">
                <a16:creationId xmlns:a16="http://schemas.microsoft.com/office/drawing/2014/main" id="{E58EFC16-5ABF-4B34-B546-50AB9FB81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701800"/>
            <a:ext cx="7227888" cy="343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890CFA9-9E5C-4419-8C0A-3AE15BC7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0488" y="228600"/>
            <a:ext cx="6251575" cy="576263"/>
          </a:xfrm>
        </p:spPr>
        <p:txBody>
          <a:bodyPr/>
          <a:lstStyle/>
          <a:p>
            <a:pPr eaLnBrk="1" hangingPunct="1"/>
            <a:r>
              <a:rPr lang="en-US" altLang="en-US"/>
              <a:t>Process State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24CBB90-3DD4-48C6-830E-D5B680DA8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46188"/>
            <a:ext cx="7370763" cy="3254375"/>
          </a:xfrm>
        </p:spPr>
        <p:txBody>
          <a:bodyPr/>
          <a:lstStyle/>
          <a:p>
            <a:r>
              <a:rPr lang="en-US" altLang="en-US" dirty="0"/>
              <a:t>As a process executes, it changes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</a:p>
          <a:p>
            <a:pPr lvl="1"/>
            <a:r>
              <a:rPr lang="en-US" altLang="en-US" b="1" dirty="0"/>
              <a:t>New</a:t>
            </a:r>
            <a:r>
              <a:rPr lang="en-US" altLang="en-US" dirty="0"/>
              <a:t>:  The process is being created</a:t>
            </a:r>
          </a:p>
          <a:p>
            <a:pPr lvl="1"/>
            <a:r>
              <a:rPr lang="en-US" altLang="en-US" b="1" dirty="0"/>
              <a:t>Running</a:t>
            </a:r>
            <a:r>
              <a:rPr lang="en-US" altLang="en-US" dirty="0"/>
              <a:t>:  Instructions are being executed</a:t>
            </a:r>
          </a:p>
          <a:p>
            <a:pPr lvl="1"/>
            <a:r>
              <a:rPr lang="en-US" altLang="en-US" b="1" dirty="0"/>
              <a:t>Waiting</a:t>
            </a:r>
            <a:r>
              <a:rPr lang="en-US" altLang="en-US" dirty="0"/>
              <a:t>:  The process is waiting for some event to occur</a:t>
            </a:r>
          </a:p>
          <a:p>
            <a:pPr lvl="1"/>
            <a:r>
              <a:rPr lang="en-US" altLang="en-US" b="1" dirty="0"/>
              <a:t>Ready</a:t>
            </a:r>
            <a:r>
              <a:rPr lang="en-US" altLang="en-US" dirty="0"/>
              <a:t>:  The process is waiting to be assigned to a processor</a:t>
            </a:r>
          </a:p>
          <a:p>
            <a:pPr lvl="1"/>
            <a:r>
              <a:rPr lang="en-US" altLang="en-US" b="1" dirty="0"/>
              <a:t>Terminated</a:t>
            </a:r>
            <a:r>
              <a:rPr lang="en-US" altLang="en-US" dirty="0"/>
              <a:t>:  The process has finished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3351C7C-1AE3-4532-A2F7-C7EB33BCD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9775" y="228600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/>
              <a:t>Diagram of Process State</a:t>
            </a:r>
          </a:p>
        </p:txBody>
      </p:sp>
      <p:pic>
        <p:nvPicPr>
          <p:cNvPr id="20483" name="Picture 1">
            <a:extLst>
              <a:ext uri="{FF2B5EF4-FFF2-40B4-BE49-F238E27FC236}">
                <a16:creationId xmlns:a16="http://schemas.microsoft.com/office/drawing/2014/main" id="{C48543A4-67CA-450C-8237-41432A1A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3" y="2238375"/>
            <a:ext cx="5591175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14ED24-AEFF-4F38-8076-4F8FF58C3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193903"/>
            <a:ext cx="75199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Control Block (PCB)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DEEAF946-6112-4200-8913-ED1F42CE1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991" y="1823222"/>
            <a:ext cx="5616122" cy="4417927"/>
          </a:xfrm>
        </p:spPr>
        <p:txBody>
          <a:bodyPr/>
          <a:lstStyle/>
          <a:p>
            <a:r>
              <a:rPr lang="en-US" altLang="en-US" sz="1700" dirty="0"/>
              <a:t>Process state – running, waiting, etc.</a:t>
            </a:r>
          </a:p>
          <a:p>
            <a:r>
              <a:rPr lang="en-US" altLang="en-US" sz="1700" dirty="0"/>
              <a:t>Program counter – location of instruction to next execute</a:t>
            </a:r>
          </a:p>
          <a:p>
            <a:r>
              <a:rPr lang="en-US" altLang="en-US" sz="1700" dirty="0"/>
              <a:t>CPU registers – contents of all process-centric registers</a:t>
            </a:r>
          </a:p>
          <a:p>
            <a:r>
              <a:rPr lang="en-US" altLang="en-US" sz="1700" dirty="0"/>
              <a:t>CPU scheduling information- priorities, scheduling queue pointers</a:t>
            </a:r>
          </a:p>
          <a:p>
            <a:r>
              <a:rPr lang="en-US" altLang="en-US" sz="1700" dirty="0"/>
              <a:t>Memory-management information – memory allocated to the process</a:t>
            </a:r>
          </a:p>
          <a:p>
            <a:r>
              <a:rPr lang="en-US" altLang="en-US" sz="1700" dirty="0"/>
              <a:t>Accounting information – CPU used, clock time elapsed since start, time limits</a:t>
            </a:r>
          </a:p>
          <a:p>
            <a:r>
              <a:rPr lang="en-US" altLang="en-US" sz="1700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  <p:pic>
        <p:nvPicPr>
          <p:cNvPr id="22532" name="Picture 1">
            <a:extLst>
              <a:ext uri="{FF2B5EF4-FFF2-40B4-BE49-F238E27FC236}">
                <a16:creationId xmlns:a16="http://schemas.microsoft.com/office/drawing/2014/main" id="{4C1B42D7-9239-4535-8C25-EF8AF0D92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3729" y="2121125"/>
            <a:ext cx="18542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519650-4D5E-45C9-BCF6-B2C0554D33E2}"/>
              </a:ext>
            </a:extLst>
          </p:cNvPr>
          <p:cNvSpPr txBox="1"/>
          <p:nvPr/>
        </p:nvSpPr>
        <p:spPr>
          <a:xfrm>
            <a:off x="769490" y="1110345"/>
            <a:ext cx="687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Information associated with each process(also called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task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control</a:t>
            </a:r>
            <a:r>
              <a:rPr lang="en-US" altLang="en-US" sz="1700" b="1" dirty="0">
                <a:solidFill>
                  <a:srgbClr val="3366FF"/>
                </a:solidFill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sz="1700" dirty="0"/>
              <a:t>)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49B161E-EAED-4DCF-B609-D8AB274D03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228600"/>
            <a:ext cx="8005762" cy="576263"/>
          </a:xfrm>
        </p:spPr>
        <p:txBody>
          <a:bodyPr/>
          <a:lstStyle/>
          <a:p>
            <a:r>
              <a:rPr lang="en-US" altLang="en-US"/>
              <a:t>Process Representation in Linux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1363C44F-7AD0-4380-824D-C4E77F3B3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</a:rPr>
              <a:t>task_struct</a:t>
            </a:r>
          </a:p>
          <a:p>
            <a:pPr>
              <a:buFont typeface="Monotype Sorts" pitchFamily="-84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/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pid t_pid; 			/* process identifier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unsigned int time_slice 	/* scheduling information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struct task_struct *parent;/*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files_struct *files;/* list of open files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mm_struct *mm; 	/* address space of this process */</a:t>
            </a:r>
            <a:endParaRPr lang="en-US" altLang="en-US" sz="1600">
              <a:latin typeface="Courier New" panose="02070309020205020404" pitchFamily="49" charset="0"/>
            </a:endParaRPr>
          </a:p>
        </p:txBody>
      </p:sp>
      <p:pic>
        <p:nvPicPr>
          <p:cNvPr id="26628" name="Picture 1">
            <a:extLst>
              <a:ext uri="{FF2B5EF4-FFF2-40B4-BE49-F238E27FC236}">
                <a16:creationId xmlns:a16="http://schemas.microsoft.com/office/drawing/2014/main" id="{93AD06B9-FDEF-4097-849B-AE5BDEF2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4075113"/>
            <a:ext cx="4578350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9F52C-CE95-3ADE-2051-4D1D864E1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cap="none" dirty="0" err="1"/>
              <a:t>Interrupts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9F20F-72B4-00FB-9BD2-EF63AA250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9132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O" dirty="0">
                <a:ea typeface="ＭＳ Ｐゴシック" panose="020B0600070205080204" pitchFamily="34" charset="-128"/>
              </a:rPr>
              <a:t>Computer-System Operation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43825" cy="5399087"/>
          </a:xfrm>
        </p:spPr>
        <p:txBody>
          <a:bodyPr>
            <a:normAutofit/>
          </a:bodyPr>
          <a:lstStyle/>
          <a:p>
            <a:r>
              <a:rPr lang="en-US" sz="2000" dirty="0"/>
              <a:t>An </a:t>
            </a:r>
            <a:r>
              <a:rPr lang="en-US" sz="2000" b="1" dirty="0"/>
              <a:t>interrupt</a:t>
            </a:r>
            <a:r>
              <a:rPr lang="en-US" sz="2000" dirty="0"/>
              <a:t> is a signal sent to the processor by hardware or software to indicate that an immediate action is required. </a:t>
            </a:r>
          </a:p>
          <a:p>
            <a:endParaRPr lang="en-US" dirty="0"/>
          </a:p>
          <a:p>
            <a:r>
              <a:rPr lang="en-US" sz="2000" dirty="0"/>
              <a:t>Interrupts are crucial for efficient multitasking and real-time responsiveness in an operating system (OS). They allow the CPU to temporarily stop executing its current instructions, handle an event (e.g., I/O completion, timer expiration, system call), and then resume execution.</a:t>
            </a:r>
            <a:endParaRPr lang="en-US" sz="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9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782C-798D-7E2D-BABE-AF3264AD9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23B2B95-B1BF-12CE-7165-DA3B721D6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O" dirty="0">
                <a:ea typeface="ＭＳ Ｐゴシック" panose="020B0600070205080204" pitchFamily="34" charset="-128"/>
              </a:rPr>
              <a:t>Computer-System Operation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76F0E29-62AA-8317-0414-2AE4B9474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9"/>
            <a:ext cx="7743825" cy="4760912"/>
          </a:xfrm>
        </p:spPr>
        <p:txBody>
          <a:bodyPr>
            <a:normAutofit/>
          </a:bodyPr>
          <a:lstStyle/>
          <a:p>
            <a:r>
              <a:rPr lang="en-US" b="1" dirty="0"/>
              <a:t>Types of Interrupts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Hardware Interrupts</a:t>
            </a:r>
            <a:endParaRPr lang="en-US" dirty="0"/>
          </a:p>
          <a:p>
            <a:pPr lvl="2"/>
            <a:r>
              <a:rPr lang="en-US" sz="1700" dirty="0"/>
              <a:t>Generated by external devices (e.g., keyboard, disk controller, network interface) to signal an event.</a:t>
            </a:r>
          </a:p>
          <a:p>
            <a:pPr lvl="2"/>
            <a:r>
              <a:rPr lang="en-US" sz="1700" dirty="0"/>
              <a:t>Example: When a key is pressed on a keyboard, an interrupt signals the CPU to process the keystroke.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Software Interrupts</a:t>
            </a:r>
            <a:endParaRPr lang="en-US" dirty="0"/>
          </a:p>
          <a:p>
            <a:pPr lvl="2"/>
            <a:r>
              <a:rPr lang="en-US" sz="1700" dirty="0"/>
              <a:t>Triggered by executing a special instruction in software. These are typically used for system calls.</a:t>
            </a:r>
          </a:p>
          <a:p>
            <a:pPr lvl="2"/>
            <a:r>
              <a:rPr lang="en-US" sz="1700" dirty="0"/>
              <a:t>Example: When a user program requests file access, it triggers a system call via a software interrupt.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84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9529-449C-656B-F436-D2D14F34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9CDBF29-E75C-8B38-9186-12CCA105C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O" dirty="0">
                <a:ea typeface="ＭＳ Ｐゴシック" panose="020B0600070205080204" pitchFamily="34" charset="-128"/>
              </a:rPr>
              <a:t>Computer-System Operation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B46D473-AF4A-B0FE-5AEE-386E863B6B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9"/>
            <a:ext cx="7743825" cy="4760912"/>
          </a:xfrm>
        </p:spPr>
        <p:txBody>
          <a:bodyPr>
            <a:normAutofit/>
          </a:bodyPr>
          <a:lstStyle/>
          <a:p>
            <a:r>
              <a:rPr lang="en-US" b="1" dirty="0"/>
              <a:t>Types of Interrupts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Hardware Interrupts</a:t>
            </a:r>
            <a:endParaRPr lang="en-US" dirty="0"/>
          </a:p>
          <a:p>
            <a:pPr lvl="2"/>
            <a:r>
              <a:rPr lang="en-US" sz="1700" dirty="0"/>
              <a:t>Generated by external devices (e.g., keyboard, disk controller, network interface) to signal an event.</a:t>
            </a:r>
          </a:p>
          <a:p>
            <a:pPr lvl="2"/>
            <a:r>
              <a:rPr lang="en-US" sz="1700" dirty="0"/>
              <a:t>Example: When a key is pressed on a keyboard, an interrupt signals the CPU to process the keystroke.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Software Interrupts</a:t>
            </a:r>
            <a:endParaRPr lang="en-US" dirty="0"/>
          </a:p>
          <a:p>
            <a:pPr lvl="2"/>
            <a:r>
              <a:rPr lang="en-US" sz="1700" dirty="0"/>
              <a:t>Triggered by executing a special instruction in software. These are typically used for system calls.</a:t>
            </a:r>
          </a:p>
          <a:p>
            <a:pPr lvl="2"/>
            <a:r>
              <a:rPr lang="en-US" sz="1700" dirty="0"/>
              <a:t>Example: When a user program requests file access, it triggers a system call via a software interrupt.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758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O">
                <a:ea typeface="ＭＳ Ｐゴシック" panose="020B0600070205080204" pitchFamily="34" charset="-128"/>
              </a:rPr>
              <a:t>Common Functions of Interrupts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577138" cy="4530725"/>
          </a:xfrm>
        </p:spPr>
        <p:txBody>
          <a:bodyPr>
            <a:normAutofit/>
          </a:bodyPr>
          <a:lstStyle/>
          <a:p>
            <a:r>
              <a:rPr lang="en-US" altLang="es-CO" dirty="0">
                <a:ea typeface="ＭＳ Ｐゴシック" panose="020B0600070205080204" pitchFamily="34" charset="-128"/>
              </a:rPr>
              <a:t>Interrupt transfers control to the interrupt service routine generally, through the </a:t>
            </a:r>
            <a:r>
              <a:rPr lang="en-US" altLang="es-CO" b="1" dirty="0">
                <a:ea typeface="ＭＳ Ｐゴシック" panose="020B0600070205080204" pitchFamily="34" charset="-128"/>
              </a:rPr>
              <a:t>interrupt</a:t>
            </a:r>
            <a:r>
              <a:rPr lang="en-US" altLang="es-CO" i="1" dirty="0">
                <a:ea typeface="ＭＳ Ｐゴシック" panose="020B0600070205080204" pitchFamily="34" charset="-128"/>
              </a:rPr>
              <a:t> </a:t>
            </a:r>
            <a:r>
              <a:rPr lang="en-US" altLang="es-CO" b="1" dirty="0">
                <a:ea typeface="ＭＳ Ｐゴシック" panose="020B0600070205080204" pitchFamily="34" charset="-128"/>
              </a:rPr>
              <a:t>vector</a:t>
            </a:r>
            <a:r>
              <a:rPr lang="en-US" altLang="es-CO" dirty="0">
                <a:ea typeface="ＭＳ Ｐゴシック" panose="020B0600070205080204" pitchFamily="34" charset="-128"/>
              </a:rPr>
              <a:t>, which contains the addresses of all the service routines</a:t>
            </a:r>
          </a:p>
          <a:p>
            <a:endParaRPr lang="en-US" altLang="es-CO" sz="800" dirty="0">
              <a:ea typeface="ＭＳ Ｐゴシック" panose="020B0600070205080204" pitchFamily="34" charset="-128"/>
            </a:endParaRPr>
          </a:p>
          <a:p>
            <a:r>
              <a:rPr lang="en-US" altLang="es-CO" dirty="0">
                <a:ea typeface="ＭＳ Ｐゴシック" panose="020B0600070205080204" pitchFamily="34" charset="-128"/>
              </a:rPr>
              <a:t>Interrupt architecture must save the address of the interrupted instruction</a:t>
            </a:r>
          </a:p>
          <a:p>
            <a:endParaRPr lang="en-US" altLang="es-CO" sz="800" dirty="0">
              <a:ea typeface="ＭＳ Ｐゴシック" panose="020B0600070205080204" pitchFamily="34" charset="-128"/>
            </a:endParaRPr>
          </a:p>
          <a:p>
            <a:r>
              <a:rPr lang="en-US" altLang="es-CO" dirty="0">
                <a:ea typeface="ＭＳ Ｐゴシック" panose="020B0600070205080204" pitchFamily="34" charset="-128"/>
              </a:rPr>
              <a:t>Incoming interrupts are </a:t>
            </a:r>
            <a:r>
              <a:rPr lang="en-US" altLang="es-CO" i="1" dirty="0">
                <a:ea typeface="ＭＳ Ｐゴシック" panose="020B0600070205080204" pitchFamily="34" charset="-128"/>
              </a:rPr>
              <a:t>disabled</a:t>
            </a:r>
            <a:r>
              <a:rPr lang="en-US" altLang="es-CO" dirty="0">
                <a:ea typeface="ＭＳ Ｐゴシック" panose="020B0600070205080204" pitchFamily="34" charset="-128"/>
              </a:rPr>
              <a:t> while another interrupt is being processed to prevent a </a:t>
            </a:r>
            <a:r>
              <a:rPr lang="en-US" altLang="es-CO" i="1" dirty="0">
                <a:ea typeface="ＭＳ Ｐゴシック" panose="020B0600070205080204" pitchFamily="34" charset="-128"/>
              </a:rPr>
              <a:t>lost interrupt</a:t>
            </a:r>
          </a:p>
          <a:p>
            <a:endParaRPr lang="en-US" altLang="es-CO" sz="800" i="1" dirty="0">
              <a:ea typeface="ＭＳ Ｐゴシック" panose="020B0600070205080204" pitchFamily="34" charset="-128"/>
            </a:endParaRPr>
          </a:p>
          <a:p>
            <a:r>
              <a:rPr lang="en-US" altLang="es-CO" dirty="0">
                <a:ea typeface="ＭＳ Ｐゴシック" panose="020B0600070205080204" pitchFamily="34" charset="-128"/>
              </a:rPr>
              <a:t>A </a:t>
            </a:r>
            <a:r>
              <a:rPr lang="en-US" altLang="es-CO" b="1" i="1" dirty="0">
                <a:ea typeface="ＭＳ Ｐゴシック" panose="020B0600070205080204" pitchFamily="34" charset="-128"/>
              </a:rPr>
              <a:t>trap</a:t>
            </a:r>
            <a:r>
              <a:rPr lang="en-US" altLang="es-CO" dirty="0">
                <a:ea typeface="ＭＳ Ｐゴシック" panose="020B0600070205080204" pitchFamily="34" charset="-128"/>
              </a:rPr>
              <a:t> is a software-generated interrupt caused either by an error or a user request</a:t>
            </a:r>
          </a:p>
          <a:p>
            <a:endParaRPr lang="en-US" altLang="es-CO" sz="800" dirty="0">
              <a:ea typeface="ＭＳ Ｐゴシック" panose="020B0600070205080204" pitchFamily="34" charset="-128"/>
            </a:endParaRPr>
          </a:p>
          <a:p>
            <a:r>
              <a:rPr lang="en-US" altLang="es-CO" dirty="0">
                <a:ea typeface="ＭＳ Ｐゴシック" panose="020B0600070205080204" pitchFamily="34" charset="-128"/>
              </a:rPr>
              <a:t>An operating system is </a:t>
            </a:r>
            <a:r>
              <a:rPr lang="en-US" altLang="es-CO" b="1" dirty="0">
                <a:ea typeface="ＭＳ Ｐゴシック" panose="020B0600070205080204" pitchFamily="34" charset="-128"/>
              </a:rPr>
              <a:t>interrupt driven</a:t>
            </a:r>
          </a:p>
        </p:txBody>
      </p:sp>
    </p:spTree>
    <p:extLst>
      <p:ext uri="{BB962C8B-B14F-4D97-AF65-F5344CB8AC3E}">
        <p14:creationId xmlns:p14="http://schemas.microsoft.com/office/powerpoint/2010/main" val="4101312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19138" y="0"/>
            <a:ext cx="7772400" cy="844550"/>
          </a:xfrm>
        </p:spPr>
        <p:txBody>
          <a:bodyPr/>
          <a:lstStyle/>
          <a:p>
            <a:pPr eaLnBrk="1" hangingPunct="1"/>
            <a:r>
              <a:rPr lang="en-US" altLang="es-CO" dirty="0">
                <a:ea typeface="ＭＳ Ｐゴシック" panose="020B0600070205080204" pitchFamily="34" charset="-128"/>
              </a:rPr>
              <a:t>Interrupt Handling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85088" cy="4530725"/>
          </a:xfrm>
        </p:spPr>
        <p:txBody>
          <a:bodyPr/>
          <a:lstStyle/>
          <a:p>
            <a:r>
              <a:rPr lang="en-US" altLang="es-CO" dirty="0">
                <a:ea typeface="ＭＳ Ｐゴシック" panose="020B0600070205080204" pitchFamily="34" charset="-128"/>
              </a:rPr>
              <a:t>The operating system preserves the state of the CPU by storing registers and the program counter</a:t>
            </a:r>
          </a:p>
          <a:p>
            <a:pPr marL="457200" lvl="1" indent="0">
              <a:buNone/>
            </a:pPr>
            <a:endParaRPr lang="en-US" altLang="es-CO" dirty="0">
              <a:ea typeface="ＭＳ Ｐゴシック" panose="020B0600070205080204" pitchFamily="34" charset="-128"/>
            </a:endParaRPr>
          </a:p>
          <a:p>
            <a:r>
              <a:rPr lang="en-US" altLang="es-CO" dirty="0">
                <a:ea typeface="ＭＳ Ｐゴシック" panose="020B0600070205080204" pitchFamily="34" charset="-128"/>
              </a:rPr>
              <a:t>Separate segments of code determine what action should be taken for each type of interrupt</a:t>
            </a:r>
          </a:p>
        </p:txBody>
      </p:sp>
    </p:spTree>
    <p:extLst>
      <p:ext uri="{BB962C8B-B14F-4D97-AF65-F5344CB8AC3E}">
        <p14:creationId xmlns:p14="http://schemas.microsoft.com/office/powerpoint/2010/main" val="2437091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294884C-D89B-43C5-8278-E1AFFD1E5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29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CPU Switch From Process to Process</a:t>
            </a:r>
          </a:p>
        </p:txBody>
      </p:sp>
      <p:sp>
        <p:nvSpPr>
          <p:cNvPr id="33795" name="TextBox 1">
            <a:extLst>
              <a:ext uri="{FF2B5EF4-FFF2-40B4-BE49-F238E27FC236}">
                <a16:creationId xmlns:a16="http://schemas.microsoft.com/office/drawing/2014/main" id="{2AC6A249-89C1-4E3A-A92E-5E91F7A23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42" y="979488"/>
            <a:ext cx="685395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Verdana" panose="020B0604030504040204" pitchFamily="34" charset="0"/>
              </a:rPr>
              <a:t>A </a:t>
            </a:r>
            <a:r>
              <a:rPr kumimoji="0" lang="en-US" altLang="en-US" b="1" dirty="0">
                <a:latin typeface="Verdana" panose="020B0604030504040204" pitchFamily="34" charset="0"/>
              </a:rPr>
              <a:t>context switch </a:t>
            </a:r>
            <a:r>
              <a:rPr kumimoji="0" lang="en-US" altLang="en-US" dirty="0">
                <a:latin typeface="Verdana" panose="020B0604030504040204" pitchFamily="34" charset="0"/>
              </a:rPr>
              <a:t>occurs when the CPU  switches from one process to another.</a:t>
            </a:r>
          </a:p>
        </p:txBody>
      </p:sp>
      <p:pic>
        <p:nvPicPr>
          <p:cNvPr id="33796" name="Picture 1">
            <a:extLst>
              <a:ext uri="{FF2B5EF4-FFF2-40B4-BE49-F238E27FC236}">
                <a16:creationId xmlns:a16="http://schemas.microsoft.com/office/drawing/2014/main" id="{81BF3499-8F25-4834-B5FB-DDAE90411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083" y="1780486"/>
            <a:ext cx="5185155" cy="4237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9EF2C8-62D9-4AD3-A3DB-7E8B03141F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8" y="2317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Context Switch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FE77FD9-7213-4CFD-BE76-B9508F46FB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6" y="1108075"/>
            <a:ext cx="6648693" cy="4413494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the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old process and load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saved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state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the new process via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switch</a:t>
            </a:r>
          </a:p>
          <a:p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Context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pure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context switch</a:t>
            </a:r>
          </a:p>
          <a:p>
            <a:r>
              <a:rPr lang="en-US" altLang="en-US" dirty="0"/>
              <a:t>Time dependent on hardware support</a:t>
            </a:r>
          </a:p>
          <a:p>
            <a:pPr lvl="1"/>
            <a:r>
              <a:rPr lang="en-US" altLang="en-US" dirty="0"/>
              <a:t>Some hardware provides multiple sets of registers per CPU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multiple contexts loaded at once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1BBC0AC-B98E-4CA8-AAF2-66A00A4CE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150" y="11137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in Mobile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CFFB47D-06A3-4D85-B582-64A48F2C1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2363"/>
            <a:ext cx="7359650" cy="4448175"/>
          </a:xfrm>
        </p:spPr>
        <p:txBody>
          <a:bodyPr/>
          <a:lstStyle/>
          <a:p>
            <a:r>
              <a:rPr lang="en-US" altLang="en-US" dirty="0"/>
              <a:t>Some mobile systems (e.g., early version of iOS)  allow only one process to run, others suspended</a:t>
            </a:r>
          </a:p>
          <a:p>
            <a:r>
              <a:rPr lang="en-US" altLang="en-US" dirty="0"/>
              <a:t>Due to screen real estate, user interface limits iOS provides for a </a:t>
            </a:r>
          </a:p>
          <a:p>
            <a:pPr lvl="1"/>
            <a:r>
              <a:rPr lang="en-US" altLang="en-US" dirty="0"/>
              <a:t>Single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foreground</a:t>
            </a:r>
            <a:r>
              <a:rPr lang="en-US" altLang="en-US" dirty="0"/>
              <a:t> process- controlled via user interface</a:t>
            </a:r>
          </a:p>
          <a:p>
            <a:pPr lvl="1"/>
            <a:r>
              <a:rPr lang="en-US" altLang="en-US" dirty="0"/>
              <a:t>Multiple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background</a:t>
            </a:r>
            <a:r>
              <a:rPr lang="en-US" altLang="en-US" dirty="0"/>
              <a:t> processes– in memory, running, but not on the display, and with limits</a:t>
            </a:r>
          </a:p>
          <a:p>
            <a:pPr lvl="1"/>
            <a:r>
              <a:rPr lang="en-US" altLang="en-US" dirty="0"/>
              <a:t>Limits include single, short task, receiving notification of events, specific long-running tasks like audio playback</a:t>
            </a:r>
          </a:p>
          <a:p>
            <a:r>
              <a:rPr lang="en-US" altLang="en-US" dirty="0"/>
              <a:t>Android runs foreground and background, with fewer limits</a:t>
            </a:r>
          </a:p>
          <a:p>
            <a:pPr lvl="1"/>
            <a:r>
              <a:rPr lang="en-US" altLang="en-US" dirty="0"/>
              <a:t>Background process uses a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service</a:t>
            </a:r>
            <a:r>
              <a:rPr lang="en-US" altLang="en-US" dirty="0"/>
              <a:t> to perform tasks</a:t>
            </a:r>
          </a:p>
          <a:p>
            <a:pPr lvl="1"/>
            <a:r>
              <a:rPr lang="en-US" altLang="en-US" dirty="0"/>
              <a:t>Service can keep running even if background process is suspended</a:t>
            </a:r>
          </a:p>
          <a:p>
            <a:pPr lvl="1"/>
            <a:r>
              <a:rPr lang="en-US" altLang="en-US" dirty="0"/>
              <a:t>Service has no user interface, small memory use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6425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667000"/>
            <a:ext cx="8229600" cy="1143000"/>
          </a:xfrm>
        </p:spPr>
        <p:txBody>
          <a:bodyPr>
            <a:normAutofit/>
          </a:bodyPr>
          <a:lstStyle/>
          <a:p>
            <a:r>
              <a:rPr lang="es-CO" dirty="0" err="1"/>
              <a:t>Operating</a:t>
            </a:r>
            <a:r>
              <a:rPr lang="es-CO" dirty="0"/>
              <a:t> </a:t>
            </a:r>
            <a:r>
              <a:rPr lang="es-CO" dirty="0" err="1"/>
              <a:t>System</a:t>
            </a:r>
            <a:r>
              <a:rPr lang="es-CO" dirty="0"/>
              <a:t> </a:t>
            </a:r>
            <a:r>
              <a:rPr lang="es-CO" dirty="0" err="1"/>
              <a:t>Operation</a:t>
            </a:r>
            <a:r>
              <a:rPr lang="es-CO" dirty="0"/>
              <a:t> </a:t>
            </a:r>
            <a:r>
              <a:rPr lang="es-CO" dirty="0" err="1"/>
              <a:t>Modes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478B22-F38D-4E13-B8A7-829DAB236001}" type="slidenum">
              <a:rPr lang="es-ES" smtClean="0"/>
              <a:pPr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7068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277813"/>
            <a:ext cx="7791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Operating-System Operation Modes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62875" cy="53197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Manage interruptions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Interrupt driven by hardware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Software error or request creates </a:t>
            </a:r>
            <a:r>
              <a:rPr lang="en-US" b="1" dirty="0">
                <a:solidFill>
                  <a:srgbClr val="3366FF"/>
                </a:solidFill>
              </a:rPr>
              <a:t>exception </a:t>
            </a:r>
            <a:r>
              <a:rPr lang="en-US" dirty="0"/>
              <a:t>or </a:t>
            </a:r>
            <a:r>
              <a:rPr lang="en-US" b="1" dirty="0">
                <a:solidFill>
                  <a:srgbClr val="3366FF"/>
                </a:solidFill>
              </a:rPr>
              <a:t>trap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Division by zero, request for operating system service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Detect other process problems include infinite loop, processes modifying each other or the operating system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 order to protect the execution of the processes and the OS itself, the OS can uses the </a:t>
            </a:r>
            <a:r>
              <a:rPr lang="en-US" sz="2400" b="1" dirty="0">
                <a:solidFill>
                  <a:srgbClr val="3366FF"/>
                </a:solidFill>
              </a:rPr>
              <a:t>Dual-Mode</a:t>
            </a:r>
            <a:r>
              <a:rPr lang="en-US" dirty="0"/>
              <a:t> operation.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478B22-F38D-4E13-B8A7-829DAB236001}" type="slidenum">
              <a:rPr lang="es-ES" smtClean="0"/>
              <a:pPr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8419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277813"/>
            <a:ext cx="7791450" cy="576262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Operating-System Operation Modes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928688"/>
            <a:ext cx="7762875" cy="53197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3366FF"/>
                </a:solidFill>
              </a:rPr>
              <a:t>Dual-mode </a:t>
            </a:r>
            <a:r>
              <a:rPr lang="en-US" dirty="0"/>
              <a:t>operation allows OS to protect itself and other system components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solidFill>
                  <a:srgbClr val="3366FF"/>
                </a:solidFill>
              </a:rPr>
              <a:t>User mode </a:t>
            </a:r>
            <a:r>
              <a:rPr lang="en-US" dirty="0"/>
              <a:t>and </a:t>
            </a:r>
            <a:r>
              <a:rPr lang="en-US" b="1" dirty="0">
                <a:solidFill>
                  <a:srgbClr val="3366FF"/>
                </a:solidFill>
              </a:rPr>
              <a:t>kernel mode </a:t>
            </a:r>
          </a:p>
          <a:p>
            <a:pPr lvl="1">
              <a:lnSpc>
                <a:spcPct val="90000"/>
              </a:lnSpc>
            </a:pPr>
            <a:r>
              <a:rPr lang="en-US" b="1" dirty="0">
                <a:solidFill>
                  <a:srgbClr val="3366FF"/>
                </a:solidFill>
              </a:rPr>
              <a:t>Mode bit </a:t>
            </a:r>
            <a:r>
              <a:rPr lang="en-US" dirty="0"/>
              <a:t>provided by hardware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Provides ability to distinguish when system is running user code or kernel code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Some instructions designated as </a:t>
            </a:r>
            <a:r>
              <a:rPr lang="en-US" b="1" dirty="0">
                <a:solidFill>
                  <a:srgbClr val="3366FF"/>
                </a:solidFill>
              </a:rPr>
              <a:t>privileged</a:t>
            </a:r>
            <a:r>
              <a:rPr lang="en-US" dirty="0"/>
              <a:t>, only executable in kernel mode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System call changes mode to kernel, return from call resets it to user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478B22-F38D-4E13-B8A7-829DAB236001}" type="slidenum">
              <a:rPr lang="es-ES" smtClean="0"/>
              <a:pPr/>
              <a:t>21</a:t>
            </a:fld>
            <a:endParaRPr lang="es-E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8062" y="4419600"/>
            <a:ext cx="7602538" cy="23463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169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43200"/>
            <a:ext cx="8229600" cy="1143000"/>
          </a:xfrm>
        </p:spPr>
        <p:txBody>
          <a:bodyPr/>
          <a:lstStyle/>
          <a:p>
            <a:r>
              <a:rPr lang="es-CO" dirty="0" err="1"/>
              <a:t>System</a:t>
            </a:r>
            <a:r>
              <a:rPr lang="es-CO" dirty="0"/>
              <a:t> </a:t>
            </a:r>
            <a:r>
              <a:rPr lang="es-CO" dirty="0" err="1"/>
              <a:t>Calls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8A478B22-F38D-4E13-B8A7-829DAB236001}" type="slidenum">
              <a:rPr lang="es-ES" smtClean="0"/>
              <a:pPr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863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O"/>
              <a:t>System Calls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597775" cy="4530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s-CO"/>
              <a:t>Programming interface to the services provided by the OS</a:t>
            </a:r>
          </a:p>
          <a:p>
            <a:pPr>
              <a:lnSpc>
                <a:spcPct val="90000"/>
              </a:lnSpc>
            </a:pPr>
            <a:endParaRPr lang="en-US" altLang="es-CO" sz="800"/>
          </a:p>
          <a:p>
            <a:pPr>
              <a:lnSpc>
                <a:spcPct val="90000"/>
              </a:lnSpc>
            </a:pPr>
            <a:r>
              <a:rPr lang="en-US" altLang="es-CO"/>
              <a:t>Typically written in a high-level language (C or C++)</a:t>
            </a:r>
          </a:p>
          <a:p>
            <a:pPr>
              <a:lnSpc>
                <a:spcPct val="90000"/>
              </a:lnSpc>
            </a:pPr>
            <a:endParaRPr lang="en-US" altLang="es-CO" sz="800"/>
          </a:p>
          <a:p>
            <a:pPr>
              <a:lnSpc>
                <a:spcPct val="90000"/>
              </a:lnSpc>
            </a:pPr>
            <a:r>
              <a:rPr lang="en-US" altLang="es-CO"/>
              <a:t>Mostly accessed by programs via a high-level </a:t>
            </a:r>
            <a:r>
              <a:rPr lang="en-US" altLang="es-CO" b="1">
                <a:solidFill>
                  <a:srgbClr val="3366FF"/>
                </a:solidFill>
              </a:rPr>
              <a:t>Application Program Interface (API)</a:t>
            </a:r>
            <a:r>
              <a:rPr lang="en-US" altLang="es-CO">
                <a:solidFill>
                  <a:srgbClr val="3366FF"/>
                </a:solidFill>
              </a:rPr>
              <a:t> </a:t>
            </a:r>
            <a:r>
              <a:rPr lang="en-US" altLang="es-CO"/>
              <a:t>rather than direct system call use</a:t>
            </a:r>
          </a:p>
          <a:p>
            <a:pPr>
              <a:lnSpc>
                <a:spcPct val="90000"/>
              </a:lnSpc>
            </a:pPr>
            <a:endParaRPr lang="en-US" altLang="es-CO" sz="800"/>
          </a:p>
          <a:p>
            <a:pPr>
              <a:lnSpc>
                <a:spcPct val="90000"/>
              </a:lnSpc>
            </a:pPr>
            <a:r>
              <a:rPr lang="en-US" altLang="es-CO"/>
              <a:t>Three most common APIs are Win32 API for Windows, POSIX API for POSIX-based systems (including virtually all versions of UNIX, Linux, and Mac OS X), and Java API for the Java virtual machine (JVM)</a:t>
            </a:r>
          </a:p>
          <a:p>
            <a:pPr>
              <a:lnSpc>
                <a:spcPct val="90000"/>
              </a:lnSpc>
            </a:pPr>
            <a:endParaRPr lang="en-US" altLang="es-CO" sz="800"/>
          </a:p>
          <a:p>
            <a:pPr>
              <a:lnSpc>
                <a:spcPct val="90000"/>
              </a:lnSpc>
            </a:pPr>
            <a:r>
              <a:rPr lang="en-US" altLang="es-CO"/>
              <a:t>Why use APIs rather than system calls?</a:t>
            </a:r>
            <a:br>
              <a:rPr lang="en-US" altLang="es-CO"/>
            </a:br>
            <a:endParaRPr lang="en-US" altLang="es-CO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s-CO"/>
              <a:t>	(Note that the system-call names used throughout this text are generic)</a:t>
            </a:r>
          </a:p>
          <a:p>
            <a:pPr>
              <a:lnSpc>
                <a:spcPct val="90000"/>
              </a:lnSpc>
            </a:pPr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151565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O"/>
              <a:t>Example of System Calls</a:t>
            </a:r>
          </a:p>
        </p:txBody>
      </p:sp>
      <p:sp>
        <p:nvSpPr>
          <p:cNvPr id="3686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s-CO"/>
              <a:t>System call sequence to copy the contents of one file to another file</a:t>
            </a:r>
          </a:p>
        </p:txBody>
      </p:sp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75" y="2530475"/>
            <a:ext cx="5937250" cy="401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7358063" y="2022475"/>
            <a:ext cx="0" cy="420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  <p:sp>
        <p:nvSpPr>
          <p:cNvPr id="36871" name="Line 7"/>
          <p:cNvSpPr>
            <a:spLocks noChangeShapeType="1"/>
          </p:cNvSpPr>
          <p:nvPr/>
        </p:nvSpPr>
        <p:spPr bwMode="auto">
          <a:xfrm>
            <a:off x="1503363" y="2012950"/>
            <a:ext cx="0" cy="430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657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O"/>
              <a:t>Example of Standard API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s-CO" sz="1600" dirty="0"/>
              <a:t>Consider the </a:t>
            </a:r>
            <a:r>
              <a:rPr lang="en-US" altLang="es-CO" sz="1600" dirty="0" err="1"/>
              <a:t>ReadFile</a:t>
            </a:r>
            <a:r>
              <a:rPr lang="en-US" altLang="es-CO" sz="1600" dirty="0"/>
              <a:t>() function in the</a:t>
            </a:r>
          </a:p>
          <a:p>
            <a:pPr>
              <a:lnSpc>
                <a:spcPct val="90000"/>
              </a:lnSpc>
            </a:pPr>
            <a:r>
              <a:rPr lang="en-US" altLang="es-CO" sz="1600" dirty="0"/>
              <a:t>Win32 API—a function for reading from a file</a:t>
            </a:r>
            <a:br>
              <a:rPr lang="en-US" altLang="es-CO" sz="1600" dirty="0"/>
            </a:br>
            <a:r>
              <a:rPr lang="en-US" altLang="es-CO" sz="1600" dirty="0"/>
              <a:t/>
            </a:r>
            <a:br>
              <a:rPr lang="en-US" altLang="es-CO" sz="1600" dirty="0"/>
            </a:br>
            <a:r>
              <a:rPr lang="en-US" altLang="es-CO" sz="1600" dirty="0"/>
              <a:t/>
            </a:r>
            <a:br>
              <a:rPr lang="en-US" altLang="es-CO" sz="1600" dirty="0"/>
            </a:br>
            <a:r>
              <a:rPr lang="en-US" altLang="es-CO" sz="1600" dirty="0"/>
              <a:t/>
            </a:r>
            <a:br>
              <a:rPr lang="en-US" altLang="es-CO" sz="1600" dirty="0"/>
            </a:br>
            <a:endParaRPr lang="en-US" altLang="es-CO" sz="1600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s-CO" sz="1600" dirty="0"/>
              <a:t/>
            </a:r>
            <a:br>
              <a:rPr lang="en-US" altLang="es-CO" sz="1600" dirty="0"/>
            </a:br>
            <a:r>
              <a:rPr lang="en-US" altLang="es-CO" sz="1600" dirty="0"/>
              <a:t/>
            </a:r>
            <a:br>
              <a:rPr lang="en-US" altLang="es-CO" sz="1600" dirty="0"/>
            </a:br>
            <a:r>
              <a:rPr lang="en-US" altLang="es-CO" sz="1600" dirty="0"/>
              <a:t/>
            </a:r>
            <a:br>
              <a:rPr lang="en-US" altLang="es-CO" sz="1600" dirty="0"/>
            </a:br>
            <a:r>
              <a:rPr lang="en-US" altLang="es-CO" sz="1600" dirty="0"/>
              <a:t/>
            </a:r>
            <a:br>
              <a:rPr lang="en-US" altLang="es-CO" sz="1600" dirty="0"/>
            </a:br>
            <a:endParaRPr lang="en-US" altLang="es-CO" sz="1600" dirty="0"/>
          </a:p>
          <a:p>
            <a:pPr>
              <a:lnSpc>
                <a:spcPct val="90000"/>
              </a:lnSpc>
            </a:pPr>
            <a:endParaRPr lang="en-US" altLang="es-CO" sz="1600" dirty="0"/>
          </a:p>
          <a:p>
            <a:pPr>
              <a:lnSpc>
                <a:spcPct val="90000"/>
              </a:lnSpc>
            </a:pPr>
            <a:r>
              <a:rPr lang="en-US" altLang="es-CO" sz="1600" dirty="0"/>
              <a:t>A description of the parameters passed to </a:t>
            </a:r>
            <a:r>
              <a:rPr lang="en-US" altLang="es-CO" sz="1600" dirty="0" err="1"/>
              <a:t>ReadFile</a:t>
            </a:r>
            <a:r>
              <a:rPr lang="en-US" altLang="es-CO" sz="1600" dirty="0"/>
              <a:t>()</a:t>
            </a:r>
          </a:p>
          <a:p>
            <a:pPr lvl="1">
              <a:lnSpc>
                <a:spcPct val="90000"/>
              </a:lnSpc>
            </a:pPr>
            <a:r>
              <a:rPr lang="en-US" altLang="es-CO" sz="1600" dirty="0"/>
              <a:t>HANDLE file—the file to be read</a:t>
            </a:r>
          </a:p>
          <a:p>
            <a:pPr lvl="1">
              <a:lnSpc>
                <a:spcPct val="90000"/>
              </a:lnSpc>
            </a:pPr>
            <a:r>
              <a:rPr lang="en-US" altLang="es-CO" sz="1600" dirty="0"/>
              <a:t>LPVOID buffer—a buffer where the data will be read into and written from</a:t>
            </a:r>
          </a:p>
          <a:p>
            <a:pPr lvl="1">
              <a:lnSpc>
                <a:spcPct val="90000"/>
              </a:lnSpc>
            </a:pPr>
            <a:r>
              <a:rPr lang="en-US" altLang="es-CO" sz="1600" dirty="0"/>
              <a:t>DWORD </a:t>
            </a:r>
            <a:r>
              <a:rPr lang="en-US" altLang="es-CO" sz="1600" dirty="0" err="1"/>
              <a:t>bytesToRead</a:t>
            </a:r>
            <a:r>
              <a:rPr lang="en-US" altLang="es-CO" sz="1600" dirty="0"/>
              <a:t>—the number of bytes to be read into the buffer</a:t>
            </a:r>
          </a:p>
          <a:p>
            <a:pPr lvl="1">
              <a:lnSpc>
                <a:spcPct val="90000"/>
              </a:lnSpc>
            </a:pPr>
            <a:r>
              <a:rPr lang="en-US" altLang="es-CO" sz="1600" dirty="0"/>
              <a:t>LPDWORD </a:t>
            </a:r>
            <a:r>
              <a:rPr lang="en-US" altLang="es-CO" sz="1600" dirty="0" err="1"/>
              <a:t>bytesRead</a:t>
            </a:r>
            <a:r>
              <a:rPr lang="en-US" altLang="es-CO" sz="1600" dirty="0"/>
              <a:t>—the number of bytes read during the last read</a:t>
            </a:r>
          </a:p>
          <a:p>
            <a:pPr lvl="1">
              <a:lnSpc>
                <a:spcPct val="90000"/>
              </a:lnSpc>
            </a:pPr>
            <a:r>
              <a:rPr lang="en-US" altLang="es-CO" sz="1600" dirty="0"/>
              <a:t>LPOVERLAPPED </a:t>
            </a:r>
            <a:r>
              <a:rPr lang="en-US" altLang="es-CO" sz="1600" dirty="0" err="1"/>
              <a:t>ovl</a:t>
            </a:r>
            <a:r>
              <a:rPr lang="en-US" altLang="es-CO" sz="1600" dirty="0"/>
              <a:t>—indicates if overlapped I/O is being used</a:t>
            </a:r>
          </a:p>
          <a:p>
            <a:pPr>
              <a:lnSpc>
                <a:spcPct val="90000"/>
              </a:lnSpc>
            </a:pPr>
            <a:endParaRPr lang="en-US" altLang="es-CO" sz="1600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1" t="29628" r="1031" b="29379"/>
          <a:stretch>
            <a:fillRect/>
          </a:stretch>
        </p:blipFill>
        <p:spPr bwMode="auto">
          <a:xfrm>
            <a:off x="1205706" y="2026920"/>
            <a:ext cx="6732587" cy="2112963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108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O"/>
              <a:t>System Call Implementation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66038" cy="4530725"/>
          </a:xfrm>
        </p:spPr>
        <p:txBody>
          <a:bodyPr>
            <a:normAutofit/>
          </a:bodyPr>
          <a:lstStyle/>
          <a:p>
            <a:r>
              <a:rPr lang="en-US" altLang="es-CO"/>
              <a:t>Typically, a number associated with each system call</a:t>
            </a:r>
          </a:p>
          <a:p>
            <a:pPr lvl="1"/>
            <a:r>
              <a:rPr lang="en-US" altLang="es-CO"/>
              <a:t>System-call interface maintains a table indexed according to these numbers</a:t>
            </a:r>
          </a:p>
          <a:p>
            <a:pPr lvl="1"/>
            <a:endParaRPr lang="en-US" altLang="es-CO" sz="800"/>
          </a:p>
          <a:p>
            <a:r>
              <a:rPr lang="en-US" altLang="es-CO"/>
              <a:t>The system call interface invokes intended system call in OS kernel and returns status of the system call and any return values.</a:t>
            </a:r>
          </a:p>
          <a:p>
            <a:endParaRPr lang="en-US" altLang="es-CO" sz="800"/>
          </a:p>
          <a:p>
            <a:r>
              <a:rPr lang="en-US" altLang="es-CO"/>
              <a:t>The caller need know nothing about how the system call is implemented</a:t>
            </a:r>
          </a:p>
          <a:p>
            <a:pPr lvl="1"/>
            <a:r>
              <a:rPr lang="en-US" altLang="es-CO"/>
              <a:t>Just needs to obey API and understand what OS will do as a result call</a:t>
            </a:r>
          </a:p>
          <a:p>
            <a:pPr lvl="1"/>
            <a:r>
              <a:rPr lang="en-US" altLang="es-CO"/>
              <a:t>Most details of  OS interface hidden from programmer by API  </a:t>
            </a:r>
          </a:p>
          <a:p>
            <a:pPr lvl="2"/>
            <a:r>
              <a:rPr lang="en-US" altLang="es-CO"/>
              <a:t>Managed by run-time support library (set of functions built into libraries included with compiler)</a:t>
            </a:r>
          </a:p>
        </p:txBody>
      </p:sp>
    </p:spTree>
    <p:extLst>
      <p:ext uri="{BB962C8B-B14F-4D97-AF65-F5344CB8AC3E}">
        <p14:creationId xmlns:p14="http://schemas.microsoft.com/office/powerpoint/2010/main" val="3774442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50" y="2778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s-CO"/>
              <a:t>API – System Call – OS Relationship</a:t>
            </a:r>
          </a:p>
        </p:txBody>
      </p:sp>
      <p:pic>
        <p:nvPicPr>
          <p:cNvPr id="43013" name="Picture 5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425575"/>
            <a:ext cx="715327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139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63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s-CO"/>
              <a:t>Standard C Library Example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3163"/>
            <a:ext cx="7642225" cy="5078412"/>
          </a:xfrm>
        </p:spPr>
        <p:txBody>
          <a:bodyPr/>
          <a:lstStyle/>
          <a:p>
            <a:r>
              <a:rPr lang="en-US" altLang="es-CO"/>
              <a:t>C program invoking printf() library call, which calls write() system call</a:t>
            </a:r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5" t="1313" r="17346" b="1162"/>
          <a:stretch/>
        </p:blipFill>
        <p:spPr bwMode="auto">
          <a:xfrm>
            <a:off x="2641600" y="2254685"/>
            <a:ext cx="3835400" cy="4374715"/>
          </a:xfrm>
          <a:prstGeom prst="rect">
            <a:avLst/>
          </a:prstGeom>
          <a:noFill/>
          <a:ln w="38100" cmpd="dbl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668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O"/>
              <a:t>Types of System Calls</a:t>
            </a:r>
          </a:p>
        </p:txBody>
      </p:sp>
      <p:sp>
        <p:nvSpPr>
          <p:cNvPr id="5120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s-CO"/>
              <a:t>Process control</a:t>
            </a:r>
          </a:p>
          <a:p>
            <a:r>
              <a:rPr lang="en-US" altLang="es-CO"/>
              <a:t>File management</a:t>
            </a:r>
          </a:p>
          <a:p>
            <a:r>
              <a:rPr lang="en-US" altLang="es-CO"/>
              <a:t>Device management</a:t>
            </a:r>
          </a:p>
          <a:p>
            <a:r>
              <a:rPr lang="en-US" altLang="es-CO"/>
              <a:t>Information maintenance</a:t>
            </a:r>
          </a:p>
          <a:p>
            <a:r>
              <a:rPr lang="en-US" altLang="es-CO"/>
              <a:t>Communications</a:t>
            </a:r>
          </a:p>
          <a:p>
            <a:r>
              <a:rPr lang="en-US" altLang="es-CO"/>
              <a:t>Protection</a:t>
            </a:r>
          </a:p>
          <a:p>
            <a:pPr>
              <a:buFont typeface="Monotype Sorts" charset="2"/>
              <a:buNone/>
            </a:pPr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2884807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1042988" y="325438"/>
            <a:ext cx="76485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s-CO" sz="2800"/>
              <a:t>Examples of Windows and </a:t>
            </a:r>
            <a:br>
              <a:rPr lang="en-US" altLang="es-CO" sz="2800"/>
            </a:br>
            <a:r>
              <a:rPr lang="en-US" altLang="es-CO" sz="2800"/>
              <a:t>Unix System Calls</a:t>
            </a:r>
          </a:p>
        </p:txBody>
      </p:sp>
      <p:pic>
        <p:nvPicPr>
          <p:cNvPr id="53254" name="Picture 6" descr="OS8-p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203325"/>
            <a:ext cx="5395912" cy="481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9706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D9C18A1-E10D-464E-ADF5-DBECC250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Operations on Processes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EED5598-4581-4F9D-8CEF-0D1A5A554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313" y="1233488"/>
            <a:ext cx="7381875" cy="4448175"/>
          </a:xfrm>
        </p:spPr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</a:t>
            </a:r>
          </a:p>
          <a:p>
            <a:pPr lvl="1"/>
            <a:r>
              <a:rPr lang="en-US" altLang="en-US" dirty="0"/>
              <a:t> Process termination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072917A-2F04-4923-8279-E4AEA8CC4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71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Creation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7F79436-9B7B-4340-B99C-8D1E08889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169988"/>
            <a:ext cx="6824540" cy="4984627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AE43D30-47DB-4A10-9067-ED0817C05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975" y="2174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Creation (Cont.)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A61E917-5669-429F-AA78-E90F2FCB89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060450"/>
            <a:ext cx="7800975" cy="5627688"/>
          </a:xfrm>
        </p:spPr>
        <p:txBody>
          <a:bodyPr/>
          <a:lstStyle/>
          <a:p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Child duplicate of parent</a:t>
            </a:r>
          </a:p>
          <a:p>
            <a:pPr lvl="1"/>
            <a:r>
              <a:rPr lang="en-US" altLang="en-US" dirty="0"/>
              <a:t>Child has a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 sz="2000" dirty="0"/>
              <a:t> </a:t>
            </a:r>
            <a:r>
              <a:rPr lang="en-US" altLang="en-US" dirty="0"/>
              <a:t>system call used after 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 sz="2000" dirty="0"/>
              <a:t> </a:t>
            </a:r>
            <a:r>
              <a:rPr lang="en-US" altLang="en-US" dirty="0"/>
              <a:t>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</a:p>
          <a:p>
            <a:pPr lvl="1"/>
            <a:r>
              <a:rPr lang="en-US" altLang="en-US" dirty="0"/>
              <a:t>Parent process calls </a:t>
            </a:r>
            <a:r>
              <a:rPr lang="en-US" altLang="en-US" sz="2000" b="1" dirty="0"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waiting for the child to terminate</a:t>
            </a:r>
          </a:p>
        </p:txBody>
      </p:sp>
      <p:pic>
        <p:nvPicPr>
          <p:cNvPr id="46084" name="Picture 1">
            <a:extLst>
              <a:ext uri="{FF2B5EF4-FFF2-40B4-BE49-F238E27FC236}">
                <a16:creationId xmlns:a16="http://schemas.microsoft.com/office/drawing/2014/main" id="{568A0721-FDA4-4095-BD34-B36CF2AB0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4392613"/>
            <a:ext cx="574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39237D4-E7AC-45FA-BF2A-B2DEBB17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222250"/>
            <a:ext cx="7259637" cy="576263"/>
          </a:xfrm>
        </p:spPr>
        <p:txBody>
          <a:bodyPr/>
          <a:lstStyle/>
          <a:p>
            <a:pPr eaLnBrk="1" hangingPunct="1"/>
            <a:r>
              <a:rPr lang="en-US" altLang="en-US"/>
              <a:t>A Tree of Processes in Linux</a:t>
            </a:r>
          </a:p>
        </p:txBody>
      </p:sp>
      <p:pic>
        <p:nvPicPr>
          <p:cNvPr id="44035" name="Picture 1">
            <a:extLst>
              <a:ext uri="{FF2B5EF4-FFF2-40B4-BE49-F238E27FC236}">
                <a16:creationId xmlns:a16="http://schemas.microsoft.com/office/drawing/2014/main" id="{EA22965C-6F67-436A-9A7E-32781923A7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701800"/>
            <a:ext cx="7985125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39096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E1AA525-61E4-4CE5-B1B8-BBEC4CC5E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695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C Program Forking Separate Process</a:t>
            </a:r>
          </a:p>
        </p:txBody>
      </p:sp>
      <p:pic>
        <p:nvPicPr>
          <p:cNvPr id="48131" name="Picture 5" descr="Screen Shot 2012-12-04 at 11.21.10 AM.png">
            <a:extLst>
              <a:ext uri="{FF2B5EF4-FFF2-40B4-BE49-F238E27FC236}">
                <a16:creationId xmlns:a16="http://schemas.microsoft.com/office/drawing/2014/main" id="{D4AAA5E2-276C-448A-B064-DFAFD9023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138" y="969963"/>
            <a:ext cx="6038850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4113AE-3A57-4A41-B077-3753934F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163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Creating a Separate Process via Windows API</a:t>
            </a:r>
          </a:p>
        </p:txBody>
      </p:sp>
      <p:pic>
        <p:nvPicPr>
          <p:cNvPr id="50179" name="Picture 1" descr="Screen Shot 2012-12-04 at 11.23.48 AM.png">
            <a:extLst>
              <a:ext uri="{FF2B5EF4-FFF2-40B4-BE49-F238E27FC236}">
                <a16:creationId xmlns:a16="http://schemas.microsoft.com/office/drawing/2014/main" id="{92929ABB-1259-4492-BE46-EE3BC21BF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963613"/>
            <a:ext cx="4365625" cy="553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3A2AC5D-C916-47B2-8787-ACB9BD2F9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Process Termination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AB8093C-E173-4473-A450-3BC8EBA8D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0738" y="1127981"/>
            <a:ext cx="7303354" cy="4463927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 sz="2000" dirty="0"/>
              <a:t> </a:t>
            </a:r>
            <a:r>
              <a:rPr lang="en-US" altLang="en-US" dirty="0"/>
              <a:t>system call.</a:t>
            </a:r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 sz="2000" dirty="0"/>
              <a:t> </a:t>
            </a:r>
            <a:r>
              <a:rPr lang="en-US" altLang="en-US" dirty="0"/>
              <a:t>system call.  Some reasons for doing so:</a:t>
            </a:r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exiting, and the operating systems does not allow  a child to continue if its parent terminates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0622719-68BE-4BB0-B168-1A3AE8D09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481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Process Termination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E8DAD2-CD54-4141-B861-1A2932EF0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908" y="781417"/>
            <a:ext cx="7033724" cy="4787045"/>
          </a:xfrm>
        </p:spPr>
        <p:txBody>
          <a:bodyPr/>
          <a:lstStyle/>
          <a:p>
            <a:pPr marL="457200" lvl="1" indent="0">
              <a:buNone/>
            </a:pPr>
            <a:endParaRPr lang="en-US" altLang="en-US" sz="800" dirty="0"/>
          </a:p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etc.,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pid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) process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/>
              <a:t>, process is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orphan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CCF9DC54-118C-447A-A3AB-7C2E98996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55123" y="119918"/>
            <a:ext cx="7743825" cy="576263"/>
          </a:xfrm>
        </p:spPr>
        <p:txBody>
          <a:bodyPr/>
          <a:lstStyle/>
          <a:p>
            <a:r>
              <a:rPr lang="en-US" altLang="en-US" sz="3000" dirty="0"/>
              <a:t>Android Process Importance Hierarchy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8675C949-6A9A-4638-902C-843874920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9150" y="1100968"/>
            <a:ext cx="7743825" cy="4530725"/>
          </a:xfrm>
        </p:spPr>
        <p:txBody>
          <a:bodyPr/>
          <a:lstStyle/>
          <a:p>
            <a:r>
              <a:rPr lang="en-US" altLang="en-US" dirty="0"/>
              <a:t>Mobile operating systems often have to terminate processes to reclaim system resources such as memory. From </a:t>
            </a:r>
            <a:r>
              <a:rPr lang="en-US" altLang="en-US" b="1" dirty="0"/>
              <a:t>most</a:t>
            </a:r>
            <a:r>
              <a:rPr lang="en-US" altLang="en-US" dirty="0"/>
              <a:t> to </a:t>
            </a:r>
            <a:r>
              <a:rPr lang="en-US" altLang="en-US" b="1" dirty="0"/>
              <a:t>least</a:t>
            </a:r>
            <a:r>
              <a:rPr lang="en-US" altLang="en-US" dirty="0"/>
              <a:t> important:</a:t>
            </a:r>
          </a:p>
          <a:p>
            <a:pPr lvl="1"/>
            <a:r>
              <a:rPr lang="en-US" altLang="en-US" dirty="0"/>
              <a:t>Foreground process</a:t>
            </a:r>
          </a:p>
          <a:p>
            <a:pPr lvl="1"/>
            <a:r>
              <a:rPr lang="en-US" altLang="en-US" dirty="0"/>
              <a:t>Visible process</a:t>
            </a:r>
          </a:p>
          <a:p>
            <a:pPr lvl="1"/>
            <a:r>
              <a:rPr lang="en-US" altLang="en-US" dirty="0"/>
              <a:t>Service process</a:t>
            </a:r>
          </a:p>
          <a:p>
            <a:pPr lvl="1"/>
            <a:r>
              <a:rPr lang="en-US" altLang="en-US" dirty="0"/>
              <a:t>Background process</a:t>
            </a:r>
          </a:p>
          <a:p>
            <a:pPr lvl="1"/>
            <a:r>
              <a:rPr lang="en-US" altLang="en-US" dirty="0"/>
              <a:t>Empty process</a:t>
            </a:r>
          </a:p>
          <a:p>
            <a:r>
              <a:rPr lang="en-US" altLang="en-US" dirty="0"/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e525757-89ba-4d30-a2f7-49796ef8c604}" enabled="0" method="" siteId="{ae525757-89ba-4d30-a2f7-49796ef8c60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16607</TotalTime>
  <Words>1717</Words>
  <Application>Microsoft Office PowerPoint</Application>
  <PresentationFormat>Presentación en pantalla (4:3)</PresentationFormat>
  <Paragraphs>219</Paragraphs>
  <Slides>39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50" baseType="lpstr">
      <vt:lpstr>ＭＳ Ｐゴシック</vt:lpstr>
      <vt:lpstr>ＭＳ Ｐゴシック</vt:lpstr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3:  Processes</vt:lpstr>
      <vt:lpstr>Process Concept</vt:lpstr>
      <vt:lpstr>Process Concept (Cont.)</vt:lpstr>
      <vt:lpstr>Process in Memory</vt:lpstr>
      <vt:lpstr>Memory Layout of a C Program</vt:lpstr>
      <vt:lpstr>Process State</vt:lpstr>
      <vt:lpstr>Diagram of Process State</vt:lpstr>
      <vt:lpstr>Process Control Block (PCB)</vt:lpstr>
      <vt:lpstr>Process Representation in Linux</vt:lpstr>
      <vt:lpstr>Interrupts</vt:lpstr>
      <vt:lpstr>Computer-System Operation</vt:lpstr>
      <vt:lpstr>Computer-System Operation</vt:lpstr>
      <vt:lpstr>Computer-System Operation</vt:lpstr>
      <vt:lpstr>Common Functions of Interrupts</vt:lpstr>
      <vt:lpstr>Interrupt Handling</vt:lpstr>
      <vt:lpstr>CPU Switch From Process to Process</vt:lpstr>
      <vt:lpstr>Context Switch</vt:lpstr>
      <vt:lpstr>Multitasking in Mobile Systems</vt:lpstr>
      <vt:lpstr>Operating System Operation Modes</vt:lpstr>
      <vt:lpstr>Operating-System Operation Modes</vt:lpstr>
      <vt:lpstr>Operating-System Operation Modes</vt:lpstr>
      <vt:lpstr>System Calls</vt:lpstr>
      <vt:lpstr>System Calls</vt:lpstr>
      <vt:lpstr>Example of System Calls</vt:lpstr>
      <vt:lpstr>Example of Standard API</vt:lpstr>
      <vt:lpstr>System Call Implementation</vt:lpstr>
      <vt:lpstr>API – System Call – OS Relationship</vt:lpstr>
      <vt:lpstr>Standard C Library Example</vt:lpstr>
      <vt:lpstr>Types of System Calls</vt:lpstr>
      <vt:lpstr>Examples of Windows and  Unix System Calls</vt:lpstr>
      <vt:lpstr>Operations on Processes</vt:lpstr>
      <vt:lpstr>Process Creation</vt:lpstr>
      <vt:lpstr>Process Creation (Cont.)</vt:lpstr>
      <vt:lpstr>A Tree of Processes in Linux</vt:lpstr>
      <vt:lpstr>C Program Forking Separate Process</vt:lpstr>
      <vt:lpstr>Creating a Separate Process via Windows API</vt:lpstr>
      <vt:lpstr>Process Termination</vt:lpstr>
      <vt:lpstr>Process Termination</vt:lpstr>
      <vt:lpstr>Android Process Importance Hierarchy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Pedro Mario Wightman Rojas</cp:lastModifiedBy>
  <cp:revision>350</cp:revision>
  <cp:lastPrinted>2013-10-02T18:16:40Z</cp:lastPrinted>
  <dcterms:created xsi:type="dcterms:W3CDTF">2011-01-13T23:43:38Z</dcterms:created>
  <dcterms:modified xsi:type="dcterms:W3CDTF">2025-07-28T15:30:20Z</dcterms:modified>
</cp:coreProperties>
</file>