
<file path=[Content_Types].xml><?xml version="1.0" encoding="utf-8"?>
<Types xmlns="http://schemas.openxmlformats.org/package/2006/content-types">
  <Default Extension="png" ContentType="image/png"/>
  <Default Extension="jpeg" ContentType="image/jpeg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4" r:id="rId1"/>
  </p:sldMasterIdLst>
  <p:notesMasterIdLst>
    <p:notesMasterId r:id="rId66"/>
  </p:notesMasterIdLst>
  <p:handoutMasterIdLst>
    <p:handoutMasterId r:id="rId67"/>
  </p:handoutMasterIdLst>
  <p:sldIdLst>
    <p:sldId id="331" r:id="rId2"/>
    <p:sldId id="332" r:id="rId3"/>
    <p:sldId id="333" r:id="rId4"/>
    <p:sldId id="334" r:id="rId5"/>
    <p:sldId id="377" r:id="rId6"/>
    <p:sldId id="335" r:id="rId7"/>
    <p:sldId id="336" r:id="rId8"/>
    <p:sldId id="337" r:id="rId9"/>
    <p:sldId id="338" r:id="rId10"/>
    <p:sldId id="374" r:id="rId11"/>
    <p:sldId id="378" r:id="rId12"/>
    <p:sldId id="340" r:id="rId13"/>
    <p:sldId id="379" r:id="rId14"/>
    <p:sldId id="341" r:id="rId15"/>
    <p:sldId id="380" r:id="rId16"/>
    <p:sldId id="342" r:id="rId17"/>
    <p:sldId id="343" r:id="rId18"/>
    <p:sldId id="344" r:id="rId19"/>
    <p:sldId id="345" r:id="rId20"/>
    <p:sldId id="346" r:id="rId21"/>
    <p:sldId id="347" r:id="rId22"/>
    <p:sldId id="348" r:id="rId23"/>
    <p:sldId id="349" r:id="rId24"/>
    <p:sldId id="381" r:id="rId25"/>
    <p:sldId id="351" r:id="rId26"/>
    <p:sldId id="352" r:id="rId27"/>
    <p:sldId id="353" r:id="rId28"/>
    <p:sldId id="354" r:id="rId29"/>
    <p:sldId id="382" r:id="rId30"/>
    <p:sldId id="383" r:id="rId31"/>
    <p:sldId id="384" r:id="rId32"/>
    <p:sldId id="385" r:id="rId33"/>
    <p:sldId id="357" r:id="rId34"/>
    <p:sldId id="358" r:id="rId35"/>
    <p:sldId id="386" r:id="rId36"/>
    <p:sldId id="387" r:id="rId37"/>
    <p:sldId id="388" r:id="rId38"/>
    <p:sldId id="389" r:id="rId39"/>
    <p:sldId id="390" r:id="rId40"/>
    <p:sldId id="391" r:id="rId41"/>
    <p:sldId id="392" r:id="rId42"/>
    <p:sldId id="394" r:id="rId43"/>
    <p:sldId id="359" r:id="rId44"/>
    <p:sldId id="395" r:id="rId45"/>
    <p:sldId id="360" r:id="rId46"/>
    <p:sldId id="373" r:id="rId47"/>
    <p:sldId id="396" r:id="rId48"/>
    <p:sldId id="397" r:id="rId49"/>
    <p:sldId id="361" r:id="rId50"/>
    <p:sldId id="362" r:id="rId51"/>
    <p:sldId id="363" r:id="rId52"/>
    <p:sldId id="375" r:id="rId53"/>
    <p:sldId id="364" r:id="rId54"/>
    <p:sldId id="399" r:id="rId55"/>
    <p:sldId id="365" r:id="rId56"/>
    <p:sldId id="398" r:id="rId57"/>
    <p:sldId id="366" r:id="rId58"/>
    <p:sldId id="367" r:id="rId59"/>
    <p:sldId id="368" r:id="rId60"/>
    <p:sldId id="376" r:id="rId61"/>
    <p:sldId id="369" r:id="rId62"/>
    <p:sldId id="370" r:id="rId63"/>
    <p:sldId id="371" r:id="rId64"/>
    <p:sldId id="372" r:id="rId65"/>
  </p:sldIdLst>
  <p:sldSz cx="9144000" cy="6858000" type="screen4x3"/>
  <p:notesSz cx="7010400" cy="92964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816">
          <p15:clr>
            <a:srgbClr val="A4A3A4"/>
          </p15:clr>
        </p15:guide>
        <p15:guide id="2" pos="4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8">
          <p15:clr>
            <a:srgbClr val="A4A3A4"/>
          </p15:clr>
        </p15:guide>
        <p15:guide id="2" pos="2208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CCECFF"/>
    <a:srgbClr val="66CCFF"/>
    <a:srgbClr val="CCFFFF"/>
    <a:srgbClr val="F8F8F8"/>
    <a:srgbClr val="EAEAEA"/>
    <a:srgbClr val="CC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733" autoAdjust="0"/>
    <p:restoredTop sz="94626"/>
  </p:normalViewPr>
  <p:slideViewPr>
    <p:cSldViewPr snapToGrid="0">
      <p:cViewPr varScale="1">
        <p:scale>
          <a:sx n="106" d="100"/>
          <a:sy n="106" d="100"/>
        </p:scale>
        <p:origin x="1620" y="90"/>
      </p:cViewPr>
      <p:guideLst>
        <p:guide orient="horz" pos="816"/>
        <p:guide pos="4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-5592"/>
    </p:cViewPr>
  </p:sorterViewPr>
  <p:notesViewPr>
    <p:cSldViewPr snapToGrid="0">
      <p:cViewPr varScale="1">
        <p:scale>
          <a:sx n="73" d="100"/>
          <a:sy n="73" d="100"/>
        </p:scale>
        <p:origin x="-1626" y="-114"/>
      </p:cViewPr>
      <p:guideLst>
        <p:guide orient="horz" pos="2928"/>
        <p:guide pos="220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handoutMaster" Target="handoutMasters/handout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>
            <a:extLst>
              <a:ext uri="{FF2B5EF4-FFF2-40B4-BE49-F238E27FC236}">
                <a16:creationId xmlns:a16="http://schemas.microsoft.com/office/drawing/2014/main" id="{550C4562-1819-4A4C-8E84-8762598F0822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3400" cy="442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8261" tIns="44132" rIns="88261" bIns="44132" numCol="1" anchor="ctr" anchorCtr="0" compatLnSpc="1">
            <a:prstTxWarp prst="textNoShape">
              <a:avLst/>
            </a:prstTxWarp>
          </a:bodyPr>
          <a:lstStyle>
            <a:lvl1pPr defTabSz="882650">
              <a:defRPr sz="1100">
                <a:latin typeface="Helvetica" panose="020B0604020202020204" pitchFamily="34" charset="0"/>
              </a:defRPr>
            </a:lvl1pPr>
          </a:lstStyle>
          <a:p>
            <a:endParaRPr lang="en-US" altLang="en-US"/>
          </a:p>
        </p:txBody>
      </p:sp>
      <p:sp>
        <p:nvSpPr>
          <p:cNvPr id="46083" name="Rectangle 3">
            <a:extLst>
              <a:ext uri="{FF2B5EF4-FFF2-40B4-BE49-F238E27FC236}">
                <a16:creationId xmlns:a16="http://schemas.microsoft.com/office/drawing/2014/main" id="{E888F6BF-980E-4154-9582-73071EB466C0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51288" y="0"/>
            <a:ext cx="3071812" cy="442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8261" tIns="44132" rIns="88261" bIns="44132" numCol="1" anchor="ctr" anchorCtr="0" compatLnSpc="1">
            <a:prstTxWarp prst="textNoShape">
              <a:avLst/>
            </a:prstTxWarp>
          </a:bodyPr>
          <a:lstStyle>
            <a:lvl1pPr algn="r" defTabSz="882650">
              <a:defRPr sz="1100">
                <a:latin typeface="Helvetica" panose="020B0604020202020204" pitchFamily="34" charset="0"/>
              </a:defRPr>
            </a:lvl1pPr>
          </a:lstStyle>
          <a:p>
            <a:endParaRPr lang="en-US" altLang="en-US"/>
          </a:p>
        </p:txBody>
      </p:sp>
      <p:sp>
        <p:nvSpPr>
          <p:cNvPr id="46084" name="Rectangle 4">
            <a:extLst>
              <a:ext uri="{FF2B5EF4-FFF2-40B4-BE49-F238E27FC236}">
                <a16:creationId xmlns:a16="http://schemas.microsoft.com/office/drawing/2014/main" id="{437443ED-743B-40CA-A0C4-A5094D1EF90B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66188"/>
            <a:ext cx="3073400" cy="442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8261" tIns="44132" rIns="88261" bIns="44132" numCol="1" anchor="b" anchorCtr="0" compatLnSpc="1">
            <a:prstTxWarp prst="textNoShape">
              <a:avLst/>
            </a:prstTxWarp>
          </a:bodyPr>
          <a:lstStyle>
            <a:lvl1pPr defTabSz="882650">
              <a:defRPr sz="1100">
                <a:latin typeface="Helvetica" panose="020B0604020202020204" pitchFamily="34" charset="0"/>
              </a:defRPr>
            </a:lvl1pPr>
          </a:lstStyle>
          <a:p>
            <a:endParaRPr lang="en-US" altLang="en-US"/>
          </a:p>
        </p:txBody>
      </p:sp>
      <p:sp>
        <p:nvSpPr>
          <p:cNvPr id="46085" name="Rectangle 5">
            <a:extLst>
              <a:ext uri="{FF2B5EF4-FFF2-40B4-BE49-F238E27FC236}">
                <a16:creationId xmlns:a16="http://schemas.microsoft.com/office/drawing/2014/main" id="{12D72069-5AE5-45CA-B9B5-C7885281CF29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51288" y="8866188"/>
            <a:ext cx="3071812" cy="442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8261" tIns="44132" rIns="88261" bIns="44132" numCol="1" anchor="b" anchorCtr="0" compatLnSpc="1">
            <a:prstTxWarp prst="textNoShape">
              <a:avLst/>
            </a:prstTxWarp>
          </a:bodyPr>
          <a:lstStyle>
            <a:lvl1pPr algn="r" defTabSz="882650">
              <a:defRPr sz="1100">
                <a:latin typeface="Helvetica" charset="0"/>
                <a:ea typeface="MS PGothic" charset="-128"/>
              </a:defRPr>
            </a:lvl1pPr>
          </a:lstStyle>
          <a:p>
            <a:pPr>
              <a:defRPr/>
            </a:pPr>
            <a:fld id="{823917F1-2811-4D89-BB39-7F4B860017A8}" type="slidenum">
              <a:rPr lang="en-US" altLang="x-none"/>
              <a:pPr>
                <a:defRPr/>
              </a:pPr>
              <a:t>‹Nº›</a:t>
            </a:fld>
            <a:endParaRPr lang="en-US" altLang="x-none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53FF863A-563B-4650-9916-E2BA74893987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6888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3160" tIns="46580" rIns="93160" bIns="46580" numCol="1" anchor="ctr" anchorCtr="0" compatLnSpc="1">
            <a:prstTxWarp prst="textNoShape">
              <a:avLst/>
            </a:prstTxWarp>
          </a:bodyPr>
          <a:lstStyle>
            <a:lvl1pPr defTabSz="930275">
              <a:defRPr sz="1200">
                <a:latin typeface="Times New Roman" panose="02020603050405020304" pitchFamily="18" charset="0"/>
              </a:defRPr>
            </a:lvl1pPr>
          </a:lstStyle>
          <a:p>
            <a:endParaRPr lang="en-US" altLang="en-US"/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7A50AAA7-213E-427A-9B08-F380117F32A1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973513" y="0"/>
            <a:ext cx="3036887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3160" tIns="46580" rIns="93160" bIns="46580" numCol="1" anchor="ctr" anchorCtr="0" compatLnSpc="1">
            <a:prstTxWarp prst="textNoShape">
              <a:avLst/>
            </a:prstTxWarp>
          </a:bodyPr>
          <a:lstStyle>
            <a:lvl1pPr algn="r" defTabSz="930275">
              <a:defRPr sz="1200">
                <a:latin typeface="Times New Roman" panose="02020603050405020304" pitchFamily="18" charset="0"/>
              </a:defRPr>
            </a:lvl1pPr>
          </a:lstStyle>
          <a:p>
            <a:endParaRPr lang="en-US" altLang="en-US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5B45F81B-3B51-469E-8039-6D6090697704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82688" y="698500"/>
            <a:ext cx="4646612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9" name="Rectangle 5">
            <a:extLst>
              <a:ext uri="{FF2B5EF4-FFF2-40B4-BE49-F238E27FC236}">
                <a16:creationId xmlns:a16="http://schemas.microsoft.com/office/drawing/2014/main" id="{55A1AB8E-F82E-43C1-AD5C-E4A371BC271C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5038" y="4416425"/>
            <a:ext cx="5140325" cy="4181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3160" tIns="46580" rIns="93160" bIns="4658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150" name="Rectangle 6">
            <a:extLst>
              <a:ext uri="{FF2B5EF4-FFF2-40B4-BE49-F238E27FC236}">
                <a16:creationId xmlns:a16="http://schemas.microsoft.com/office/drawing/2014/main" id="{48055955-90A4-4D08-AB1C-A4B30E64B85E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32850"/>
            <a:ext cx="3036888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3160" tIns="46580" rIns="93160" bIns="46580" numCol="1" anchor="b" anchorCtr="0" compatLnSpc="1">
            <a:prstTxWarp prst="textNoShape">
              <a:avLst/>
            </a:prstTxWarp>
          </a:bodyPr>
          <a:lstStyle>
            <a:lvl1pPr defTabSz="930275">
              <a:defRPr sz="1200">
                <a:latin typeface="Times New Roman" panose="02020603050405020304" pitchFamily="18" charset="0"/>
              </a:defRPr>
            </a:lvl1pPr>
          </a:lstStyle>
          <a:p>
            <a:endParaRPr lang="en-US" altLang="en-US"/>
          </a:p>
        </p:txBody>
      </p:sp>
      <p:sp>
        <p:nvSpPr>
          <p:cNvPr id="6151" name="Rectangle 7">
            <a:extLst>
              <a:ext uri="{FF2B5EF4-FFF2-40B4-BE49-F238E27FC236}">
                <a16:creationId xmlns:a16="http://schemas.microsoft.com/office/drawing/2014/main" id="{BDE66CCC-5F13-4776-85DA-D53B16116D6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3513" y="8832850"/>
            <a:ext cx="3036887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3160" tIns="46580" rIns="93160" bIns="46580" numCol="1" anchor="b" anchorCtr="0" compatLnSpc="1">
            <a:prstTxWarp prst="textNoShape">
              <a:avLst/>
            </a:prstTxWarp>
          </a:bodyPr>
          <a:lstStyle>
            <a:lvl1pPr algn="r" defTabSz="930275">
              <a:defRPr sz="1200">
                <a:latin typeface="Times New Roman" charset="0"/>
                <a:ea typeface="MS PGothic" charset="-128"/>
              </a:defRPr>
            </a:lvl1pPr>
          </a:lstStyle>
          <a:p>
            <a:pPr>
              <a:defRPr/>
            </a:pPr>
            <a:fld id="{B502DF71-3C45-4C55-AF2B-283333F9BC5B}" type="slidenum">
              <a:rPr lang="en-US" altLang="x-none"/>
              <a:pPr>
                <a:defRPr/>
              </a:pPr>
              <a:t>‹Nº›</a:t>
            </a:fld>
            <a:endParaRPr lang="en-US" altLang="x-non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MS PGothic" panose="020B0600070205080204" pitchFamily="34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Rectangle 7">
            <a:extLst>
              <a:ext uri="{FF2B5EF4-FFF2-40B4-BE49-F238E27FC236}">
                <a16:creationId xmlns:a16="http://schemas.microsoft.com/office/drawing/2014/main" id="{49BB91D0-98A2-452A-9686-40FABA68D02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C54CFF6C-4004-4410-88F0-F4F19A1CCD13}" type="slidenum">
              <a:rPr lang="en-US" altLang="en-US" smtClean="0">
                <a:latin typeface="Helvetica" panose="020B0604020202020204" pitchFamily="34" charset="0"/>
              </a:rPr>
              <a:pPr/>
              <a:t>1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6146" name="Rectangle 2">
            <a:extLst>
              <a:ext uri="{FF2B5EF4-FFF2-40B4-BE49-F238E27FC236}">
                <a16:creationId xmlns:a16="http://schemas.microsoft.com/office/drawing/2014/main" id="{665B70CD-1D40-4FBB-B69E-B0BE8DCDA90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A2F07CFF-7563-4EE5-812A-6F8C90FD70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3" name="Rectangle 7">
            <a:extLst>
              <a:ext uri="{FF2B5EF4-FFF2-40B4-BE49-F238E27FC236}">
                <a16:creationId xmlns:a16="http://schemas.microsoft.com/office/drawing/2014/main" id="{94713BEE-C1CE-484C-819E-C7874EAB190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BA73D603-B8D2-4718-A866-542F17F0E427}" type="slidenum">
              <a:rPr lang="en-US" altLang="en-US" smtClean="0">
                <a:latin typeface="Helvetica" panose="020B0604020202020204" pitchFamily="34" charset="0"/>
              </a:rPr>
              <a:pPr/>
              <a:t>2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8194" name="Rectangle 2">
            <a:extLst>
              <a:ext uri="{FF2B5EF4-FFF2-40B4-BE49-F238E27FC236}">
                <a16:creationId xmlns:a16="http://schemas.microsoft.com/office/drawing/2014/main" id="{B58D9914-4AE8-433F-9B79-3F921095428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1AF60734-AFF9-4268-9BD1-9AFF6E1D635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Rectangle 2">
            <a:extLst>
              <a:ext uri="{FF2B5EF4-FFF2-40B4-BE49-F238E27FC236}">
                <a16:creationId xmlns:a16="http://schemas.microsoft.com/office/drawing/2014/main" id="{5BB938EB-EAE1-4FAC-BCB5-53974E688A2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2" name="Rectangle 3">
            <a:extLst>
              <a:ext uri="{FF2B5EF4-FFF2-40B4-BE49-F238E27FC236}">
                <a16:creationId xmlns:a16="http://schemas.microsoft.com/office/drawing/2014/main" id="{9AA36B63-1BA8-465A-9F47-478166EC3C7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Rectangle 7">
            <a:extLst>
              <a:ext uri="{FF2B5EF4-FFF2-40B4-BE49-F238E27FC236}">
                <a16:creationId xmlns:a16="http://schemas.microsoft.com/office/drawing/2014/main" id="{27DF9E4E-96D6-414F-8641-F5F4875E717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6AF3DCFE-B091-466E-897F-AF0229B99FBE}" type="slidenum">
              <a:rPr lang="en-US" altLang="en-US" smtClean="0">
                <a:latin typeface="Helvetica" panose="020B0604020202020204" pitchFamily="34" charset="0"/>
              </a:rPr>
              <a:pPr/>
              <a:t>5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3314" name="Rectangle 2">
            <a:extLst>
              <a:ext uri="{FF2B5EF4-FFF2-40B4-BE49-F238E27FC236}">
                <a16:creationId xmlns:a16="http://schemas.microsoft.com/office/drawing/2014/main" id="{FBCEF41C-2D09-4D79-B128-D63857A2F2E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D9ACFA5D-A5EC-4373-81C2-0F6EFDCB202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2">
            <a:extLst>
              <a:ext uri="{FF2B5EF4-FFF2-40B4-BE49-F238E27FC236}">
                <a16:creationId xmlns:a16="http://schemas.microsoft.com/office/drawing/2014/main" id="{B3B691F4-8A83-4EB6-9CC2-A3360F1AD4D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2" name="Rectangle 3">
            <a:extLst>
              <a:ext uri="{FF2B5EF4-FFF2-40B4-BE49-F238E27FC236}">
                <a16:creationId xmlns:a16="http://schemas.microsoft.com/office/drawing/2014/main" id="{EF4246C7-27CE-4111-80E3-59FD3BCD550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Rectangle 7">
            <a:extLst>
              <a:ext uri="{FF2B5EF4-FFF2-40B4-BE49-F238E27FC236}">
                <a16:creationId xmlns:a16="http://schemas.microsoft.com/office/drawing/2014/main" id="{A989082A-5E14-437A-8593-A083C9E0BC2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D319C771-0D6A-4807-BCDD-77C1F2EE8271}" type="slidenum">
              <a:rPr lang="en-US" altLang="en-US" smtClean="0">
                <a:latin typeface="Helvetica" panose="020B0604020202020204" pitchFamily="34" charset="0"/>
              </a:rPr>
              <a:pPr/>
              <a:t>7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7410" name="Rectangle 2">
            <a:extLst>
              <a:ext uri="{FF2B5EF4-FFF2-40B4-BE49-F238E27FC236}">
                <a16:creationId xmlns:a16="http://schemas.microsoft.com/office/drawing/2014/main" id="{2AC42077-757B-4A4C-8A05-7B590F2EC1D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AC753078-9E5A-48E2-813D-E5D65239900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Rectangle 2">
            <a:extLst>
              <a:ext uri="{FF2B5EF4-FFF2-40B4-BE49-F238E27FC236}">
                <a16:creationId xmlns:a16="http://schemas.microsoft.com/office/drawing/2014/main" id="{B998348D-9A8E-4A1B-A5CC-88DB5AB9290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58" name="Rectangle 3">
            <a:extLst>
              <a:ext uri="{FF2B5EF4-FFF2-40B4-BE49-F238E27FC236}">
                <a16:creationId xmlns:a16="http://schemas.microsoft.com/office/drawing/2014/main" id="{677410E8-14CB-430D-9C9B-CA14C8C01E9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>
            <a:extLst>
              <a:ext uri="{FF2B5EF4-FFF2-40B4-BE49-F238E27FC236}">
                <a16:creationId xmlns:a16="http://schemas.microsoft.com/office/drawing/2014/main" id="{2CB3E8E7-C086-4355-9CE8-18739774E7C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6" name="Rectangle 3">
            <a:extLst>
              <a:ext uri="{FF2B5EF4-FFF2-40B4-BE49-F238E27FC236}">
                <a16:creationId xmlns:a16="http://schemas.microsoft.com/office/drawing/2014/main" id="{D7150505-875B-411A-8576-2DD58804D9B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Rectangle 2">
            <a:extLst>
              <a:ext uri="{FF2B5EF4-FFF2-40B4-BE49-F238E27FC236}">
                <a16:creationId xmlns:a16="http://schemas.microsoft.com/office/drawing/2014/main" id="{B2858C04-233B-4F84-8B85-EA895CEAF2C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554" name="Rectangle 3">
            <a:extLst>
              <a:ext uri="{FF2B5EF4-FFF2-40B4-BE49-F238E27FC236}">
                <a16:creationId xmlns:a16="http://schemas.microsoft.com/office/drawing/2014/main" id="{7E4843CC-89D3-47B0-BBCC-C97C1F2F477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Rectangle 7">
            <a:extLst>
              <a:ext uri="{FF2B5EF4-FFF2-40B4-BE49-F238E27FC236}">
                <a16:creationId xmlns:a16="http://schemas.microsoft.com/office/drawing/2014/main" id="{B307F2A2-9C89-4CCD-8947-EF9F7A7FA4C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24200DDC-C11B-49B3-97E9-1ED578740C37}" type="slidenum">
              <a:rPr lang="en-US" altLang="en-US" smtClean="0">
                <a:latin typeface="Helvetica" panose="020B0604020202020204" pitchFamily="34" charset="0"/>
              </a:rPr>
              <a:pPr/>
              <a:t>12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26626" name="Rectangle 2">
            <a:extLst>
              <a:ext uri="{FF2B5EF4-FFF2-40B4-BE49-F238E27FC236}">
                <a16:creationId xmlns:a16="http://schemas.microsoft.com/office/drawing/2014/main" id="{FB56883D-676A-482F-9E14-FE9A4AE241A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7" name="Rectangle 3">
            <a:extLst>
              <a:ext uri="{FF2B5EF4-FFF2-40B4-BE49-F238E27FC236}">
                <a16:creationId xmlns:a16="http://schemas.microsoft.com/office/drawing/2014/main" id="{A2F62D35-9C65-414C-A86A-3FDBE9961F1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Rectangle 7">
            <a:extLst>
              <a:ext uri="{FF2B5EF4-FFF2-40B4-BE49-F238E27FC236}">
                <a16:creationId xmlns:a16="http://schemas.microsoft.com/office/drawing/2014/main" id="{3DF3E7C6-C9CA-4089-A553-275E1982B87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29398EA6-8FE3-4BCE-B6A8-508B0A27C7F8}" type="slidenum">
              <a:rPr lang="en-US" altLang="en-US" smtClean="0">
                <a:latin typeface="Helvetica" panose="020B0604020202020204" pitchFamily="34" charset="0"/>
              </a:rPr>
              <a:pPr/>
              <a:t>14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29698" name="Rectangle 2">
            <a:extLst>
              <a:ext uri="{FF2B5EF4-FFF2-40B4-BE49-F238E27FC236}">
                <a16:creationId xmlns:a16="http://schemas.microsoft.com/office/drawing/2014/main" id="{173988C8-FA90-46B8-B16F-16B1E13B380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699" name="Rectangle 3">
            <a:extLst>
              <a:ext uri="{FF2B5EF4-FFF2-40B4-BE49-F238E27FC236}">
                <a16:creationId xmlns:a16="http://schemas.microsoft.com/office/drawing/2014/main" id="{E2C96CC4-5B31-40CD-B384-477B7275DAE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Rectangle 7">
            <a:extLst>
              <a:ext uri="{FF2B5EF4-FFF2-40B4-BE49-F238E27FC236}">
                <a16:creationId xmlns:a16="http://schemas.microsoft.com/office/drawing/2014/main" id="{12803BA9-336C-40B8-B240-AE76B19DBC4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36A5F754-A269-48A9-AF00-EE1AB4FE158B}" type="slidenum">
              <a:rPr lang="en-US" altLang="en-US" smtClean="0">
                <a:latin typeface="Helvetica" panose="020B0604020202020204" pitchFamily="34" charset="0"/>
              </a:rPr>
              <a:pPr/>
              <a:t>16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32770" name="Rectangle 2">
            <a:extLst>
              <a:ext uri="{FF2B5EF4-FFF2-40B4-BE49-F238E27FC236}">
                <a16:creationId xmlns:a16="http://schemas.microsoft.com/office/drawing/2014/main" id="{3118FFA9-F8CF-48E9-8DBD-7D20A0B41DD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1" name="Rectangle 3">
            <a:extLst>
              <a:ext uri="{FF2B5EF4-FFF2-40B4-BE49-F238E27FC236}">
                <a16:creationId xmlns:a16="http://schemas.microsoft.com/office/drawing/2014/main" id="{4CD8A752-1AAD-4C50-BBDA-5D51338F2FD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Rectangle 7">
            <a:extLst>
              <a:ext uri="{FF2B5EF4-FFF2-40B4-BE49-F238E27FC236}">
                <a16:creationId xmlns:a16="http://schemas.microsoft.com/office/drawing/2014/main" id="{EB8C0B8A-AD96-4A57-B567-49E824FFE3D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5B6B8074-FFAA-46E8-A8E7-A2DF12801B2C}" type="slidenum">
              <a:rPr lang="en-US" altLang="en-US" smtClean="0">
                <a:latin typeface="Helvetica" panose="020B0604020202020204" pitchFamily="34" charset="0"/>
              </a:rPr>
              <a:pPr/>
              <a:t>17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34818" name="Rectangle 2">
            <a:extLst>
              <a:ext uri="{FF2B5EF4-FFF2-40B4-BE49-F238E27FC236}">
                <a16:creationId xmlns:a16="http://schemas.microsoft.com/office/drawing/2014/main" id="{6F09C86C-58BC-4607-981A-D231C591FCB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19" name="Rectangle 3">
            <a:extLst>
              <a:ext uri="{FF2B5EF4-FFF2-40B4-BE49-F238E27FC236}">
                <a16:creationId xmlns:a16="http://schemas.microsoft.com/office/drawing/2014/main" id="{0398BD5B-BC5C-4CDB-9D48-4CA967CB7D4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Rectangle 7">
            <a:extLst>
              <a:ext uri="{FF2B5EF4-FFF2-40B4-BE49-F238E27FC236}">
                <a16:creationId xmlns:a16="http://schemas.microsoft.com/office/drawing/2014/main" id="{2C789749-18B6-4527-94FF-59E54FAC3E4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2F77C39C-CCD1-4085-91E8-2B527B8A2188}" type="slidenum">
              <a:rPr lang="en-US" altLang="en-US" smtClean="0">
                <a:latin typeface="Helvetica" panose="020B0604020202020204" pitchFamily="34" charset="0"/>
              </a:rPr>
              <a:pPr/>
              <a:t>18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36866" name="Rectangle 2">
            <a:extLst>
              <a:ext uri="{FF2B5EF4-FFF2-40B4-BE49-F238E27FC236}">
                <a16:creationId xmlns:a16="http://schemas.microsoft.com/office/drawing/2014/main" id="{30A9510C-2BDE-4137-877F-7D3AEFD8251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7" name="Rectangle 3">
            <a:extLst>
              <a:ext uri="{FF2B5EF4-FFF2-40B4-BE49-F238E27FC236}">
                <a16:creationId xmlns:a16="http://schemas.microsoft.com/office/drawing/2014/main" id="{2C693E25-AC6E-41AC-A5E3-4037EB9E40A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Rectangle 7">
            <a:extLst>
              <a:ext uri="{FF2B5EF4-FFF2-40B4-BE49-F238E27FC236}">
                <a16:creationId xmlns:a16="http://schemas.microsoft.com/office/drawing/2014/main" id="{466CBFBC-E533-4BF2-B5D5-3A45F5C190C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7A8AF47D-CB37-4C77-9E61-6FE982C48A6C}" type="slidenum">
              <a:rPr lang="en-US" altLang="en-US" smtClean="0">
                <a:latin typeface="Helvetica" panose="020B0604020202020204" pitchFamily="34" charset="0"/>
              </a:rPr>
              <a:pPr/>
              <a:t>19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38914" name="Rectangle 2">
            <a:extLst>
              <a:ext uri="{FF2B5EF4-FFF2-40B4-BE49-F238E27FC236}">
                <a16:creationId xmlns:a16="http://schemas.microsoft.com/office/drawing/2014/main" id="{77584299-1856-48BE-B736-7EC68096B10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5" name="Rectangle 3">
            <a:extLst>
              <a:ext uri="{FF2B5EF4-FFF2-40B4-BE49-F238E27FC236}">
                <a16:creationId xmlns:a16="http://schemas.microsoft.com/office/drawing/2014/main" id="{17E5BFC8-6F28-4BDE-8F1C-CE906E2BFFC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Rectangle 7">
            <a:extLst>
              <a:ext uri="{FF2B5EF4-FFF2-40B4-BE49-F238E27FC236}">
                <a16:creationId xmlns:a16="http://schemas.microsoft.com/office/drawing/2014/main" id="{13071C3A-881C-48B3-B309-1D92C9DD80E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16B73719-6FB6-4E20-AE32-14616D4F0E63}" type="slidenum">
              <a:rPr lang="en-US" altLang="en-US" smtClean="0">
                <a:latin typeface="Helvetica" panose="020B0604020202020204" pitchFamily="34" charset="0"/>
              </a:rPr>
              <a:pPr/>
              <a:t>20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40962" name="Rectangle 2">
            <a:extLst>
              <a:ext uri="{FF2B5EF4-FFF2-40B4-BE49-F238E27FC236}">
                <a16:creationId xmlns:a16="http://schemas.microsoft.com/office/drawing/2014/main" id="{1D8F37CA-C0AA-4EA5-95A9-4F33D4E5D41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3" name="Rectangle 3">
            <a:extLst>
              <a:ext uri="{FF2B5EF4-FFF2-40B4-BE49-F238E27FC236}">
                <a16:creationId xmlns:a16="http://schemas.microsoft.com/office/drawing/2014/main" id="{CFEE2A4B-553A-4DCA-8D0B-3BB07C4342B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Rectangle 2">
            <a:extLst>
              <a:ext uri="{FF2B5EF4-FFF2-40B4-BE49-F238E27FC236}">
                <a16:creationId xmlns:a16="http://schemas.microsoft.com/office/drawing/2014/main" id="{36DF61C1-FABB-4C2F-A2F6-2A6755D4309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10" name="Rectangle 3">
            <a:extLst>
              <a:ext uri="{FF2B5EF4-FFF2-40B4-BE49-F238E27FC236}">
                <a16:creationId xmlns:a16="http://schemas.microsoft.com/office/drawing/2014/main" id="{93420185-E3D4-4A25-8067-B745C75A3F6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Rectangle 7">
            <a:extLst>
              <a:ext uri="{FF2B5EF4-FFF2-40B4-BE49-F238E27FC236}">
                <a16:creationId xmlns:a16="http://schemas.microsoft.com/office/drawing/2014/main" id="{DE5937DC-D53C-4814-A45E-BF7CA978FE3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EBF23E72-A12C-4C92-8AE1-BFA934D068FF}" type="slidenum">
              <a:rPr lang="en-US" altLang="en-US" smtClean="0">
                <a:latin typeface="Helvetica" panose="020B0604020202020204" pitchFamily="34" charset="0"/>
              </a:rPr>
              <a:pPr/>
              <a:t>22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45058" name="Rectangle 2">
            <a:extLst>
              <a:ext uri="{FF2B5EF4-FFF2-40B4-BE49-F238E27FC236}">
                <a16:creationId xmlns:a16="http://schemas.microsoft.com/office/drawing/2014/main" id="{C69EBE3A-525E-43F8-98FF-7CCE61EFF8B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059" name="Rectangle 3">
            <a:extLst>
              <a:ext uri="{FF2B5EF4-FFF2-40B4-BE49-F238E27FC236}">
                <a16:creationId xmlns:a16="http://schemas.microsoft.com/office/drawing/2014/main" id="{DBDAC0BA-8814-496D-B065-6E2C7E2CFC2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Rectangle 7">
            <a:extLst>
              <a:ext uri="{FF2B5EF4-FFF2-40B4-BE49-F238E27FC236}">
                <a16:creationId xmlns:a16="http://schemas.microsoft.com/office/drawing/2014/main" id="{95FB8F64-88BB-4559-9134-E35CDEC2015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F3C5D0B0-D187-4E63-8B13-81271B8117FB}" type="slidenum">
              <a:rPr lang="en-US" altLang="en-US" smtClean="0">
                <a:latin typeface="Helvetica" panose="020B0604020202020204" pitchFamily="34" charset="0"/>
              </a:rPr>
              <a:pPr/>
              <a:t>28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52226" name="Rectangle 2">
            <a:extLst>
              <a:ext uri="{FF2B5EF4-FFF2-40B4-BE49-F238E27FC236}">
                <a16:creationId xmlns:a16="http://schemas.microsoft.com/office/drawing/2014/main" id="{E7CC628D-83F5-4EEA-8C50-0B294DCF1E8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227" name="Rectangle 3">
            <a:extLst>
              <a:ext uri="{FF2B5EF4-FFF2-40B4-BE49-F238E27FC236}">
                <a16:creationId xmlns:a16="http://schemas.microsoft.com/office/drawing/2014/main" id="{4F97B3F5-0425-41C0-BA0E-2A5645FFB00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Rectangle 7">
            <a:extLst>
              <a:ext uri="{FF2B5EF4-FFF2-40B4-BE49-F238E27FC236}">
                <a16:creationId xmlns:a16="http://schemas.microsoft.com/office/drawing/2014/main" id="{7712BD98-8FD1-4C5B-ACCD-B506C3F3092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203646A7-87D1-4E08-9877-083F79BE34C5}" type="slidenum">
              <a:rPr lang="en-US" altLang="en-US" smtClean="0">
                <a:latin typeface="Helvetica" panose="020B0604020202020204" pitchFamily="34" charset="0"/>
              </a:rPr>
              <a:pPr/>
              <a:t>33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58370" name="Rectangle 2">
            <a:extLst>
              <a:ext uri="{FF2B5EF4-FFF2-40B4-BE49-F238E27FC236}">
                <a16:creationId xmlns:a16="http://schemas.microsoft.com/office/drawing/2014/main" id="{8DCF3906-A485-420D-A07D-6796D1373AF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371" name="Rectangle 3">
            <a:extLst>
              <a:ext uri="{FF2B5EF4-FFF2-40B4-BE49-F238E27FC236}">
                <a16:creationId xmlns:a16="http://schemas.microsoft.com/office/drawing/2014/main" id="{97B4482B-2E5E-4B60-925B-792A6244767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7" name="Rectangle 7">
            <a:extLst>
              <a:ext uri="{FF2B5EF4-FFF2-40B4-BE49-F238E27FC236}">
                <a16:creationId xmlns:a16="http://schemas.microsoft.com/office/drawing/2014/main" id="{4BB7AAAF-2D0D-444E-9C4A-241B805364D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F58E20DC-D625-4FC1-80D1-197547D6A0FC}" type="slidenum">
              <a:rPr lang="en-US" altLang="en-US" smtClean="0">
                <a:latin typeface="Helvetica" panose="020B0604020202020204" pitchFamily="34" charset="0"/>
              </a:rPr>
              <a:pPr/>
              <a:t>34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60418" name="Rectangle 2">
            <a:extLst>
              <a:ext uri="{FF2B5EF4-FFF2-40B4-BE49-F238E27FC236}">
                <a16:creationId xmlns:a16="http://schemas.microsoft.com/office/drawing/2014/main" id="{E9908802-64CA-49E3-931A-595B2C94C49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19" name="Rectangle 3">
            <a:extLst>
              <a:ext uri="{FF2B5EF4-FFF2-40B4-BE49-F238E27FC236}">
                <a16:creationId xmlns:a16="http://schemas.microsoft.com/office/drawing/2014/main" id="{1AC4CBFD-A424-47AF-AE08-5BE9978F664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7" name="Rectangle 7">
            <a:extLst>
              <a:ext uri="{FF2B5EF4-FFF2-40B4-BE49-F238E27FC236}">
                <a16:creationId xmlns:a16="http://schemas.microsoft.com/office/drawing/2014/main" id="{17EBCBBF-41C5-425A-8C78-5D293D9B857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62086FDF-C283-4A26-A609-6B6E5A4F7611}" type="slidenum">
              <a:rPr lang="en-US" altLang="en-US" smtClean="0">
                <a:latin typeface="Helvetica" panose="020B0604020202020204" pitchFamily="34" charset="0"/>
              </a:rPr>
              <a:pPr/>
              <a:t>43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70658" name="Rectangle 2">
            <a:extLst>
              <a:ext uri="{FF2B5EF4-FFF2-40B4-BE49-F238E27FC236}">
                <a16:creationId xmlns:a16="http://schemas.microsoft.com/office/drawing/2014/main" id="{B9B233EF-4231-4BA9-9EEF-1E69C0C6DA3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0659" name="Rectangle 3">
            <a:extLst>
              <a:ext uri="{FF2B5EF4-FFF2-40B4-BE49-F238E27FC236}">
                <a16:creationId xmlns:a16="http://schemas.microsoft.com/office/drawing/2014/main" id="{C24EF9F7-118A-440E-835D-273EF500303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29" name="Rectangle 7">
            <a:extLst>
              <a:ext uri="{FF2B5EF4-FFF2-40B4-BE49-F238E27FC236}">
                <a16:creationId xmlns:a16="http://schemas.microsoft.com/office/drawing/2014/main" id="{78748FDE-E8BC-4A9C-A7E9-E83C7D7088D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06B4739B-763B-41A7-BF7B-6390169FD7EB}" type="slidenum">
              <a:rPr lang="en-US" altLang="en-US" smtClean="0">
                <a:latin typeface="Helvetica" panose="020B0604020202020204" pitchFamily="34" charset="0"/>
              </a:rPr>
              <a:pPr/>
              <a:t>45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73730" name="Rectangle 2">
            <a:extLst>
              <a:ext uri="{FF2B5EF4-FFF2-40B4-BE49-F238E27FC236}">
                <a16:creationId xmlns:a16="http://schemas.microsoft.com/office/drawing/2014/main" id="{2EDC8114-80FF-4527-8452-8939C60B259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3731" name="Rectangle 3">
            <a:extLst>
              <a:ext uri="{FF2B5EF4-FFF2-40B4-BE49-F238E27FC236}">
                <a16:creationId xmlns:a16="http://schemas.microsoft.com/office/drawing/2014/main" id="{3D42AF9C-FB2A-4442-A801-C0230771464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7" name="Rectangle 7">
            <a:extLst>
              <a:ext uri="{FF2B5EF4-FFF2-40B4-BE49-F238E27FC236}">
                <a16:creationId xmlns:a16="http://schemas.microsoft.com/office/drawing/2014/main" id="{2F305424-2E1B-470D-A274-29ABA8FF1DF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435790EF-1AC9-4C3D-A973-AAE8B010255A}" type="slidenum">
              <a:rPr lang="en-US" altLang="en-US" smtClean="0">
                <a:latin typeface="Helvetica" panose="020B0604020202020204" pitchFamily="34" charset="0"/>
              </a:rPr>
              <a:pPr/>
              <a:t>46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75778" name="Rectangle 2">
            <a:extLst>
              <a:ext uri="{FF2B5EF4-FFF2-40B4-BE49-F238E27FC236}">
                <a16:creationId xmlns:a16="http://schemas.microsoft.com/office/drawing/2014/main" id="{D5C964FA-22D0-4E05-B730-D533B6A4443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79" name="Rectangle 3">
            <a:extLst>
              <a:ext uri="{FF2B5EF4-FFF2-40B4-BE49-F238E27FC236}">
                <a16:creationId xmlns:a16="http://schemas.microsoft.com/office/drawing/2014/main" id="{880E7091-F446-484C-8E4A-417D2AC58FA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3" name="Rectangle 7">
            <a:extLst>
              <a:ext uri="{FF2B5EF4-FFF2-40B4-BE49-F238E27FC236}">
                <a16:creationId xmlns:a16="http://schemas.microsoft.com/office/drawing/2014/main" id="{5FF94ED2-DF55-4D1B-8DA2-07A842A2B18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80910074-6A37-4496-AE68-529FF68CD695}" type="slidenum">
              <a:rPr lang="en-US" altLang="en-US" smtClean="0">
                <a:latin typeface="Helvetica" panose="020B0604020202020204" pitchFamily="34" charset="0"/>
              </a:rPr>
              <a:pPr/>
              <a:t>49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79874" name="Rectangle 2">
            <a:extLst>
              <a:ext uri="{FF2B5EF4-FFF2-40B4-BE49-F238E27FC236}">
                <a16:creationId xmlns:a16="http://schemas.microsoft.com/office/drawing/2014/main" id="{03D7B118-35EC-41E3-912A-ACD9C96F6AA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9875" name="Rectangle 3">
            <a:extLst>
              <a:ext uri="{FF2B5EF4-FFF2-40B4-BE49-F238E27FC236}">
                <a16:creationId xmlns:a16="http://schemas.microsoft.com/office/drawing/2014/main" id="{396523C0-C350-444A-B4E1-1329DD71296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1" name="Rectangle 7">
            <a:extLst>
              <a:ext uri="{FF2B5EF4-FFF2-40B4-BE49-F238E27FC236}">
                <a16:creationId xmlns:a16="http://schemas.microsoft.com/office/drawing/2014/main" id="{FA5AFAA5-5218-4C59-9B07-DF3DD016E3D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A20F8462-1483-480D-9499-599BDADC3331}" type="slidenum">
              <a:rPr lang="en-US" altLang="en-US" smtClean="0">
                <a:latin typeface="Helvetica" panose="020B0604020202020204" pitchFamily="34" charset="0"/>
              </a:rPr>
              <a:pPr/>
              <a:t>50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81922" name="Rectangle 2">
            <a:extLst>
              <a:ext uri="{FF2B5EF4-FFF2-40B4-BE49-F238E27FC236}">
                <a16:creationId xmlns:a16="http://schemas.microsoft.com/office/drawing/2014/main" id="{A72C3A4C-AD16-4898-8CE5-E59313D1A7C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23" name="Rectangle 3">
            <a:extLst>
              <a:ext uri="{FF2B5EF4-FFF2-40B4-BE49-F238E27FC236}">
                <a16:creationId xmlns:a16="http://schemas.microsoft.com/office/drawing/2014/main" id="{F024EE35-1071-4350-AC7A-2880808BA58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69" name="Rectangle 7">
            <a:extLst>
              <a:ext uri="{FF2B5EF4-FFF2-40B4-BE49-F238E27FC236}">
                <a16:creationId xmlns:a16="http://schemas.microsoft.com/office/drawing/2014/main" id="{CF84B4F2-9D3B-4B2F-BF96-A59F2257770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F7FC7D05-D70C-4688-A6EC-0CAD37F60868}" type="slidenum">
              <a:rPr lang="en-US" altLang="en-US" smtClean="0">
                <a:latin typeface="Helvetica" panose="020B0604020202020204" pitchFamily="34" charset="0"/>
              </a:rPr>
              <a:pPr/>
              <a:t>51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83970" name="Rectangle 2">
            <a:extLst>
              <a:ext uri="{FF2B5EF4-FFF2-40B4-BE49-F238E27FC236}">
                <a16:creationId xmlns:a16="http://schemas.microsoft.com/office/drawing/2014/main" id="{B362FC63-0CF8-4F27-8D50-36C31177134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3971" name="Rectangle 3">
            <a:extLst>
              <a:ext uri="{FF2B5EF4-FFF2-40B4-BE49-F238E27FC236}">
                <a16:creationId xmlns:a16="http://schemas.microsoft.com/office/drawing/2014/main" id="{05EA1D9E-4BA7-46A6-8A84-EDB8389F72F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7" name="Rectangle 7">
            <a:extLst>
              <a:ext uri="{FF2B5EF4-FFF2-40B4-BE49-F238E27FC236}">
                <a16:creationId xmlns:a16="http://schemas.microsoft.com/office/drawing/2014/main" id="{3D8E3A22-255B-4013-9FAA-354F228081A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A5384F79-FBB8-4CF0-ACB5-B2C4E81F4BD7}" type="slidenum">
              <a:rPr lang="en-US" altLang="en-US" smtClean="0">
                <a:latin typeface="Helvetica" panose="020B0604020202020204" pitchFamily="34" charset="0"/>
              </a:rPr>
              <a:pPr/>
              <a:t>52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86018" name="Rectangle 2">
            <a:extLst>
              <a:ext uri="{FF2B5EF4-FFF2-40B4-BE49-F238E27FC236}">
                <a16:creationId xmlns:a16="http://schemas.microsoft.com/office/drawing/2014/main" id="{3414BE9A-3487-46A0-8D93-908174E2B34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6019" name="Rectangle 3">
            <a:extLst>
              <a:ext uri="{FF2B5EF4-FFF2-40B4-BE49-F238E27FC236}">
                <a16:creationId xmlns:a16="http://schemas.microsoft.com/office/drawing/2014/main" id="{850E0C92-CD42-45A7-9966-C095105AF2E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5" name="Rectangle 7">
            <a:extLst>
              <a:ext uri="{FF2B5EF4-FFF2-40B4-BE49-F238E27FC236}">
                <a16:creationId xmlns:a16="http://schemas.microsoft.com/office/drawing/2014/main" id="{E5962F69-093A-408F-B384-7C8444BFC07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046DE1FD-0744-4729-8EA7-07AB55511A72}" type="slidenum">
              <a:rPr lang="en-US" altLang="en-US" smtClean="0">
                <a:latin typeface="Helvetica" panose="020B0604020202020204" pitchFamily="34" charset="0"/>
              </a:rPr>
              <a:pPr/>
              <a:t>53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88066" name="Rectangle 2">
            <a:extLst>
              <a:ext uri="{FF2B5EF4-FFF2-40B4-BE49-F238E27FC236}">
                <a16:creationId xmlns:a16="http://schemas.microsoft.com/office/drawing/2014/main" id="{EF35BB1E-D520-47C0-8054-BC16A9F2090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8067" name="Rectangle 3">
            <a:extLst>
              <a:ext uri="{FF2B5EF4-FFF2-40B4-BE49-F238E27FC236}">
                <a16:creationId xmlns:a16="http://schemas.microsoft.com/office/drawing/2014/main" id="{5BD69566-D1C2-496F-B046-36CA881CC84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5" name="Rectangle 7">
            <a:extLst>
              <a:ext uri="{FF2B5EF4-FFF2-40B4-BE49-F238E27FC236}">
                <a16:creationId xmlns:a16="http://schemas.microsoft.com/office/drawing/2014/main" id="{E5962F69-093A-408F-B384-7C8444BFC07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046DE1FD-0744-4729-8EA7-07AB55511A72}" type="slidenum">
              <a:rPr lang="en-US" altLang="en-US" smtClean="0">
                <a:latin typeface="Helvetica" panose="020B0604020202020204" pitchFamily="34" charset="0"/>
              </a:rPr>
              <a:pPr/>
              <a:t>54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88066" name="Rectangle 2">
            <a:extLst>
              <a:ext uri="{FF2B5EF4-FFF2-40B4-BE49-F238E27FC236}">
                <a16:creationId xmlns:a16="http://schemas.microsoft.com/office/drawing/2014/main" id="{EF35BB1E-D520-47C0-8054-BC16A9F2090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8067" name="Rectangle 3">
            <a:extLst>
              <a:ext uri="{FF2B5EF4-FFF2-40B4-BE49-F238E27FC236}">
                <a16:creationId xmlns:a16="http://schemas.microsoft.com/office/drawing/2014/main" id="{5BD69566-D1C2-496F-B046-36CA881CC84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4841618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3" name="Rectangle 7">
            <a:extLst>
              <a:ext uri="{FF2B5EF4-FFF2-40B4-BE49-F238E27FC236}">
                <a16:creationId xmlns:a16="http://schemas.microsoft.com/office/drawing/2014/main" id="{F2B3D9C8-405E-4869-B7DA-C0EA2952C0A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77F09621-5A44-4CBF-82F9-AF59D7D29429}" type="slidenum">
              <a:rPr lang="en-US" altLang="en-US" smtClean="0">
                <a:latin typeface="Helvetica" panose="020B0604020202020204" pitchFamily="34" charset="0"/>
              </a:rPr>
              <a:pPr/>
              <a:t>55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90114" name="Rectangle 2">
            <a:extLst>
              <a:ext uri="{FF2B5EF4-FFF2-40B4-BE49-F238E27FC236}">
                <a16:creationId xmlns:a16="http://schemas.microsoft.com/office/drawing/2014/main" id="{7E4665BD-4253-40F1-BC78-DE8BBDAB76F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0115" name="Rectangle 3">
            <a:extLst>
              <a:ext uri="{FF2B5EF4-FFF2-40B4-BE49-F238E27FC236}">
                <a16:creationId xmlns:a16="http://schemas.microsoft.com/office/drawing/2014/main" id="{76713D87-7305-49B3-91D0-F30C4463712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5" name="Rectangle 7">
            <a:extLst>
              <a:ext uri="{FF2B5EF4-FFF2-40B4-BE49-F238E27FC236}">
                <a16:creationId xmlns:a16="http://schemas.microsoft.com/office/drawing/2014/main" id="{DAE79D6A-67CB-4C69-BA94-F4EE051A70A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CC124DD7-701B-4C62-BB67-32CAEE595173}" type="slidenum">
              <a:rPr lang="en-US" altLang="en-US" smtClean="0">
                <a:latin typeface="Helvetica" panose="020B0604020202020204" pitchFamily="34" charset="0"/>
              </a:rPr>
              <a:pPr/>
              <a:t>57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93186" name="Rectangle 2">
            <a:extLst>
              <a:ext uri="{FF2B5EF4-FFF2-40B4-BE49-F238E27FC236}">
                <a16:creationId xmlns:a16="http://schemas.microsoft.com/office/drawing/2014/main" id="{1B7687CC-A2DC-4DB6-9D2E-F0DF0D822E9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7" name="Rectangle 3">
            <a:extLst>
              <a:ext uri="{FF2B5EF4-FFF2-40B4-BE49-F238E27FC236}">
                <a16:creationId xmlns:a16="http://schemas.microsoft.com/office/drawing/2014/main" id="{18288A69-48FB-4D7D-9160-2B0CCFFD784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3" name="Rectangle 7">
            <a:extLst>
              <a:ext uri="{FF2B5EF4-FFF2-40B4-BE49-F238E27FC236}">
                <a16:creationId xmlns:a16="http://schemas.microsoft.com/office/drawing/2014/main" id="{825BBC46-A330-4F4A-B305-93B88114E34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5AF1AA22-768A-4441-B4A7-7B9EE0F1CEA2}" type="slidenum">
              <a:rPr lang="en-US" altLang="en-US" smtClean="0">
                <a:latin typeface="Helvetica" panose="020B0604020202020204" pitchFamily="34" charset="0"/>
              </a:rPr>
              <a:pPr/>
              <a:t>58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95234" name="Rectangle 2">
            <a:extLst>
              <a:ext uri="{FF2B5EF4-FFF2-40B4-BE49-F238E27FC236}">
                <a16:creationId xmlns:a16="http://schemas.microsoft.com/office/drawing/2014/main" id="{52C4AF6F-3A33-4B3D-A9C5-999D34DE659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5235" name="Rectangle 3">
            <a:extLst>
              <a:ext uri="{FF2B5EF4-FFF2-40B4-BE49-F238E27FC236}">
                <a16:creationId xmlns:a16="http://schemas.microsoft.com/office/drawing/2014/main" id="{03C39424-7CC6-4EAD-B6CC-B6829E4E360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1" name="Rectangle 7">
            <a:extLst>
              <a:ext uri="{FF2B5EF4-FFF2-40B4-BE49-F238E27FC236}">
                <a16:creationId xmlns:a16="http://schemas.microsoft.com/office/drawing/2014/main" id="{74F122F5-4598-4486-AEE9-A0E29FCC7F21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973513" y="8853488"/>
            <a:ext cx="30559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604" tIns="45801" rIns="91604" bIns="45801" anchor="b"/>
          <a:lstStyle>
            <a:lvl1pPr defTabSz="8985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8985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8985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8985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8985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8985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8985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8985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8985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r"/>
            <a:fld id="{4F87849D-3357-408B-BE81-D941B68A9C17}" type="slidenum">
              <a:rPr lang="en-US" altLang="en-US" sz="1200">
                <a:latin typeface="Helvetica" panose="020B0604020202020204" pitchFamily="34" charset="0"/>
              </a:rPr>
              <a:pPr algn="r"/>
              <a:t>59</a:t>
            </a:fld>
            <a:endParaRPr lang="en-US" altLang="en-US" sz="1200">
              <a:latin typeface="Helvetica" panose="020B0604020202020204" pitchFamily="34" charset="0"/>
            </a:endParaRPr>
          </a:p>
        </p:txBody>
      </p:sp>
      <p:sp>
        <p:nvSpPr>
          <p:cNvPr id="97282" name="Rectangle 2">
            <a:extLst>
              <a:ext uri="{FF2B5EF4-FFF2-40B4-BE49-F238E27FC236}">
                <a16:creationId xmlns:a16="http://schemas.microsoft.com/office/drawing/2014/main" id="{73C4DCE4-88C5-4C98-9DA5-E017D80E13F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7283" name="Rectangle 3">
            <a:extLst>
              <a:ext uri="{FF2B5EF4-FFF2-40B4-BE49-F238E27FC236}">
                <a16:creationId xmlns:a16="http://schemas.microsoft.com/office/drawing/2014/main" id="{9765D6DE-A5FC-47F0-B3FB-BFABDB9A265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29" name="Rectangle 7">
            <a:extLst>
              <a:ext uri="{FF2B5EF4-FFF2-40B4-BE49-F238E27FC236}">
                <a16:creationId xmlns:a16="http://schemas.microsoft.com/office/drawing/2014/main" id="{D3517A6B-4F86-4BF0-A7FB-1BD5EBE189D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87116B57-7969-4071-A746-9D77D5F1E3CB}" type="slidenum">
              <a:rPr lang="en-US" altLang="en-US" smtClean="0">
                <a:latin typeface="Helvetica" panose="020B0604020202020204" pitchFamily="34" charset="0"/>
              </a:rPr>
              <a:pPr/>
              <a:t>60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99330" name="Rectangle 2">
            <a:extLst>
              <a:ext uri="{FF2B5EF4-FFF2-40B4-BE49-F238E27FC236}">
                <a16:creationId xmlns:a16="http://schemas.microsoft.com/office/drawing/2014/main" id="{7878F00E-B648-4612-B5CB-D00AADE3500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9331" name="Rectangle 3">
            <a:extLst>
              <a:ext uri="{FF2B5EF4-FFF2-40B4-BE49-F238E27FC236}">
                <a16:creationId xmlns:a16="http://schemas.microsoft.com/office/drawing/2014/main" id="{1DC6BA39-1EDC-4A74-8794-176CC37BF5C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7" name="Rectangle 7">
            <a:extLst>
              <a:ext uri="{FF2B5EF4-FFF2-40B4-BE49-F238E27FC236}">
                <a16:creationId xmlns:a16="http://schemas.microsoft.com/office/drawing/2014/main" id="{A98BD5E9-68DB-44E3-B64A-5E17DF84C55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B16A8B9C-1E5D-4E07-B8D8-9FCDFD426338}" type="slidenum">
              <a:rPr lang="en-US" altLang="en-US" smtClean="0">
                <a:latin typeface="Helvetica" panose="020B0604020202020204" pitchFamily="34" charset="0"/>
              </a:rPr>
              <a:pPr/>
              <a:t>61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01378" name="Rectangle 2">
            <a:extLst>
              <a:ext uri="{FF2B5EF4-FFF2-40B4-BE49-F238E27FC236}">
                <a16:creationId xmlns:a16="http://schemas.microsoft.com/office/drawing/2014/main" id="{21B327CA-F749-48DD-B520-75AA26D49D2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1379" name="Rectangle 3">
            <a:extLst>
              <a:ext uri="{FF2B5EF4-FFF2-40B4-BE49-F238E27FC236}">
                <a16:creationId xmlns:a16="http://schemas.microsoft.com/office/drawing/2014/main" id="{F1ED87E5-76C2-4D48-98D1-5C54D1AA787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5" name="Rectangle 2">
            <a:extLst>
              <a:ext uri="{FF2B5EF4-FFF2-40B4-BE49-F238E27FC236}">
                <a16:creationId xmlns:a16="http://schemas.microsoft.com/office/drawing/2014/main" id="{C0C37606-01E7-4DBC-B837-C0D0A6173E7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3426" name="Rectangle 3">
            <a:extLst>
              <a:ext uri="{FF2B5EF4-FFF2-40B4-BE49-F238E27FC236}">
                <a16:creationId xmlns:a16="http://schemas.microsoft.com/office/drawing/2014/main" id="{97C32648-9B7A-4EFE-847A-739C71023A2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3" name="Rectangle 7">
            <a:extLst>
              <a:ext uri="{FF2B5EF4-FFF2-40B4-BE49-F238E27FC236}">
                <a16:creationId xmlns:a16="http://schemas.microsoft.com/office/drawing/2014/main" id="{0D5813B0-A22D-4F2C-8A3F-0BFE4DE6B21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12B12ED1-C80C-4561-A421-39FDA9B078BC}" type="slidenum">
              <a:rPr lang="en-US" altLang="en-US" smtClean="0">
                <a:latin typeface="Helvetica" panose="020B0604020202020204" pitchFamily="34" charset="0"/>
              </a:rPr>
              <a:pPr/>
              <a:t>63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05474" name="Rectangle 2">
            <a:extLst>
              <a:ext uri="{FF2B5EF4-FFF2-40B4-BE49-F238E27FC236}">
                <a16:creationId xmlns:a16="http://schemas.microsoft.com/office/drawing/2014/main" id="{1C79D5CE-BCEF-4B0F-9D0F-A5485F9BA0E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5475" name="Rectangle 3">
            <a:extLst>
              <a:ext uri="{FF2B5EF4-FFF2-40B4-BE49-F238E27FC236}">
                <a16:creationId xmlns:a16="http://schemas.microsoft.com/office/drawing/2014/main" id="{E6ECB659-BD3A-4C4F-8EF1-B79B7B48478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1" name="Rectangle 7">
            <a:extLst>
              <a:ext uri="{FF2B5EF4-FFF2-40B4-BE49-F238E27FC236}">
                <a16:creationId xmlns:a16="http://schemas.microsoft.com/office/drawing/2014/main" id="{5B7BA288-9799-4FCC-AA27-DAA56CA5F36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1FD05454-0887-49D1-BB79-E16982FE9E04}" type="slidenum">
              <a:rPr lang="en-US" altLang="en-US" smtClean="0">
                <a:latin typeface="Helvetica" panose="020B0604020202020204" pitchFamily="34" charset="0"/>
              </a:rPr>
              <a:pPr/>
              <a:t>64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07522" name="Rectangle 2">
            <a:extLst>
              <a:ext uri="{FF2B5EF4-FFF2-40B4-BE49-F238E27FC236}">
                <a16:creationId xmlns:a16="http://schemas.microsoft.com/office/drawing/2014/main" id="{55C74086-1C19-4246-8A2B-B6C7CCC3433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7523" name="Rectangle 3">
            <a:extLst>
              <a:ext uri="{FF2B5EF4-FFF2-40B4-BE49-F238E27FC236}">
                <a16:creationId xmlns:a16="http://schemas.microsoft.com/office/drawing/2014/main" id="{2E3FD3FF-5B29-43D0-9279-B7FF5B29F0C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>
            <a:extLst>
              <a:ext uri="{FF2B5EF4-FFF2-40B4-BE49-F238E27FC236}">
                <a16:creationId xmlns:a16="http://schemas.microsoft.com/office/drawing/2014/main" id="{78E92A4A-A65D-4B54-AD1C-C891575A70C7}"/>
              </a:ext>
            </a:extLst>
          </p:cNvPr>
          <p:cNvGrpSpPr>
            <a:grpSpLocks/>
          </p:cNvGrpSpPr>
          <p:nvPr/>
        </p:nvGrpSpPr>
        <p:grpSpPr bwMode="auto">
          <a:xfrm>
            <a:off x="198438" y="2960688"/>
            <a:ext cx="8610600" cy="201612"/>
            <a:chOff x="125" y="1865"/>
            <a:chExt cx="5424" cy="127"/>
          </a:xfrm>
        </p:grpSpPr>
        <p:sp>
          <p:nvSpPr>
            <p:cNvPr id="4" name="Rectangle 4">
              <a:extLst>
                <a:ext uri="{FF2B5EF4-FFF2-40B4-BE49-F238E27FC236}">
                  <a16:creationId xmlns:a16="http://schemas.microsoft.com/office/drawing/2014/main" id="{CEA9A240-C64D-4B73-B222-A2240BA272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" y="1865"/>
              <a:ext cx="1808" cy="127"/>
            </a:xfrm>
            <a:prstGeom prst="rect">
              <a:avLst/>
            </a:prstGeom>
            <a:solidFill>
              <a:srgbClr val="336699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  <p:sp>
          <p:nvSpPr>
            <p:cNvPr id="5" name="Rectangle 5">
              <a:extLst>
                <a:ext uri="{FF2B5EF4-FFF2-40B4-BE49-F238E27FC236}">
                  <a16:creationId xmlns:a16="http://schemas.microsoft.com/office/drawing/2014/main" id="{000CE453-DC15-4BB2-AE60-001C25829E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33" y="1865"/>
              <a:ext cx="1808" cy="127"/>
            </a:xfrm>
            <a:prstGeom prst="rect">
              <a:avLst/>
            </a:prstGeom>
            <a:solidFill>
              <a:srgbClr val="99CCFF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  <p:sp>
          <p:nvSpPr>
            <p:cNvPr id="6" name="Rectangle 6">
              <a:extLst>
                <a:ext uri="{FF2B5EF4-FFF2-40B4-BE49-F238E27FC236}">
                  <a16:creationId xmlns:a16="http://schemas.microsoft.com/office/drawing/2014/main" id="{8D7109CB-1C1F-43A3-9D41-5E4A557225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1" y="1865"/>
              <a:ext cx="1808" cy="127"/>
            </a:xfrm>
            <a:prstGeom prst="rect">
              <a:avLst/>
            </a:prstGeom>
            <a:solidFill>
              <a:srgbClr val="336699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</p:grpSp>
      <p:sp>
        <p:nvSpPr>
          <p:cNvPr id="7" name="Text Box 7">
            <a:extLst>
              <a:ext uri="{FF2B5EF4-FFF2-40B4-BE49-F238E27FC236}">
                <a16:creationId xmlns:a16="http://schemas.microsoft.com/office/drawing/2014/main" id="{8206B863-0953-4381-B842-DD977F05FB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89700" y="6588125"/>
            <a:ext cx="2713038" cy="2444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336699"/>
                </a:solidFill>
                <a:latin typeface="Helvetica" pitchFamily="-84" charset="0"/>
              </a:rPr>
              <a:t>Silberschatz, Galvin and Gagne ©2018</a:t>
            </a:r>
          </a:p>
        </p:txBody>
      </p:sp>
      <p:sp>
        <p:nvSpPr>
          <p:cNvPr id="8" name="Text Box 8">
            <a:extLst>
              <a:ext uri="{FF2B5EF4-FFF2-40B4-BE49-F238E27FC236}">
                <a16:creationId xmlns:a16="http://schemas.microsoft.com/office/drawing/2014/main" id="{A639C405-F6E2-417F-8A27-5C09EB03E0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988" y="6613525"/>
            <a:ext cx="2730500" cy="246063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336699"/>
                </a:solidFill>
                <a:latin typeface="Helvetica" pitchFamily="-84" charset="0"/>
              </a:rPr>
              <a:t>Operating System Concepts – 10</a:t>
            </a:r>
            <a:r>
              <a:rPr lang="en-US" altLang="en-US" sz="1000" b="1" baseline="30000" dirty="0">
                <a:solidFill>
                  <a:srgbClr val="336699"/>
                </a:solidFill>
                <a:latin typeface="Helvetica" pitchFamily="-84" charset="0"/>
              </a:rPr>
              <a:t>th</a:t>
            </a:r>
            <a:r>
              <a:rPr lang="en-US" altLang="en-US" sz="1000" b="1" dirty="0">
                <a:solidFill>
                  <a:srgbClr val="336699"/>
                </a:solidFill>
                <a:latin typeface="Helvetica" pitchFamily="-84" charset="0"/>
              </a:rPr>
              <a:t> Edition</a:t>
            </a:r>
          </a:p>
        </p:txBody>
      </p:sp>
      <p:pic>
        <p:nvPicPr>
          <p:cNvPr id="9" name="Picture 9" descr="dino_4">
            <a:extLst>
              <a:ext uri="{FF2B5EF4-FFF2-40B4-BE49-F238E27FC236}">
                <a16:creationId xmlns:a16="http://schemas.microsoft.com/office/drawing/2014/main" id="{97C76FE8-CB55-4011-A0E6-A17B9BDC83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0738" y="4157663"/>
            <a:ext cx="2062162" cy="1593850"/>
          </a:xfrm>
          <a:prstGeom prst="rect">
            <a:avLst/>
          </a:prstGeom>
          <a:noFill/>
          <a:ln w="76200">
            <a:solidFill>
              <a:srgbClr val="336699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10">
            <a:extLst>
              <a:ext uri="{FF2B5EF4-FFF2-40B4-BE49-F238E27FC236}">
                <a16:creationId xmlns:a16="http://schemas.microsoft.com/office/drawing/2014/main" id="{CCAE8C83-8EB2-41AB-A5F7-FA71986121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24213" y="4006850"/>
            <a:ext cx="2336800" cy="1887538"/>
          </a:xfrm>
          <a:prstGeom prst="rect">
            <a:avLst/>
          </a:prstGeom>
          <a:noFill/>
          <a:ln w="57150" cmpd="thinThick">
            <a:solidFill>
              <a:srgbClr val="66CCFF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15257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685800"/>
            <a:ext cx="7772400" cy="2127250"/>
          </a:xfrm>
        </p:spPr>
        <p:txBody>
          <a:bodyPr/>
          <a:lstStyle>
            <a:lvl1pPr>
              <a:defRPr sz="43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7172133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9761442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192373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06450" y="1233488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97450" y="1233488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224218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911606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295745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424332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280948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670338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296358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91338" y="277813"/>
            <a:ext cx="2144712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7813"/>
            <a:ext cx="6281738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045496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dino_3">
            <a:extLst>
              <a:ext uri="{FF2B5EF4-FFF2-40B4-BE49-F238E27FC236}">
                <a16:creationId xmlns:a16="http://schemas.microsoft.com/office/drawing/2014/main" id="{3E799C5B-1F2C-4727-B04D-3C1441425D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750" y="0"/>
            <a:ext cx="1195388" cy="908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Rectangle 3">
            <a:extLst>
              <a:ext uri="{FF2B5EF4-FFF2-40B4-BE49-F238E27FC236}">
                <a16:creationId xmlns:a16="http://schemas.microsoft.com/office/drawing/2014/main" id="{F7CAF9D1-07DE-4C40-A4D8-E9F6D37A6BB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33853"/>
            <a:ext cx="8229600" cy="576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title style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024D6D3A-1B1C-470E-BC9D-4C5D96909C6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06450" y="1233488"/>
            <a:ext cx="7727950" cy="453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text styles</a:t>
            </a:r>
          </a:p>
          <a:p>
            <a:pPr lvl="1"/>
            <a:r>
              <a:rPr lang="en-US" altLang="en-US" dirty="0"/>
              <a:t>Second level</a:t>
            </a:r>
          </a:p>
          <a:p>
            <a:pPr lvl="2"/>
            <a:r>
              <a:rPr lang="en-US" altLang="en-US" dirty="0"/>
              <a:t>Third level</a:t>
            </a:r>
          </a:p>
          <a:p>
            <a:pPr lvl="3"/>
            <a:r>
              <a:rPr lang="en-US" altLang="en-US" dirty="0"/>
              <a:t>Fourth level</a:t>
            </a:r>
          </a:p>
          <a:p>
            <a:pPr lvl="4"/>
            <a:r>
              <a:rPr lang="en-US" altLang="en-US" dirty="0"/>
              <a:t>Fifth level</a:t>
            </a:r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080568D0-1118-430A-9D7C-4FADA8707F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28600" cy="2286000"/>
          </a:xfrm>
          <a:prstGeom prst="rect">
            <a:avLst/>
          </a:prstGeom>
          <a:solidFill>
            <a:srgbClr val="336699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 algn="ctr" eaLnBrk="1" hangingPunct="1">
              <a:defRPr/>
            </a:pPr>
            <a:endParaRPr lang="en-US" altLang="en-US" sz="2400">
              <a:latin typeface="Times New Roman" pitchFamily="18" charset="0"/>
            </a:endParaRPr>
          </a:p>
        </p:txBody>
      </p:sp>
      <p:sp>
        <p:nvSpPr>
          <p:cNvPr id="1030" name="Line 6">
            <a:extLst>
              <a:ext uri="{FF2B5EF4-FFF2-40B4-BE49-F238E27FC236}">
                <a16:creationId xmlns:a16="http://schemas.microsoft.com/office/drawing/2014/main" id="{1540BB71-9BEC-4347-834F-C88CB0227E9E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860425"/>
            <a:ext cx="8077200" cy="0"/>
          </a:xfrm>
          <a:prstGeom prst="line">
            <a:avLst/>
          </a:prstGeom>
          <a:noFill/>
          <a:ln w="19050">
            <a:solidFill>
              <a:srgbClr val="3366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31" name="Rectangle 7">
            <a:extLst>
              <a:ext uri="{FF2B5EF4-FFF2-40B4-BE49-F238E27FC236}">
                <a16:creationId xmlns:a16="http://schemas.microsoft.com/office/drawing/2014/main" id="{BDA1E9C4-BD61-4AC8-9022-3985C6D3F5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286000"/>
            <a:ext cx="228600" cy="2286000"/>
          </a:xfrm>
          <a:prstGeom prst="rect">
            <a:avLst/>
          </a:prstGeom>
          <a:solidFill>
            <a:srgbClr val="99CCFF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 algn="ctr" eaLnBrk="1" hangingPunct="1">
              <a:defRPr/>
            </a:pPr>
            <a:endParaRPr lang="en-US" altLang="en-US" sz="2400">
              <a:latin typeface="Times New Roman" pitchFamily="18" charset="0"/>
            </a:endParaRPr>
          </a:p>
        </p:txBody>
      </p:sp>
      <p:sp>
        <p:nvSpPr>
          <p:cNvPr id="1032" name="Rectangle 8">
            <a:extLst>
              <a:ext uri="{FF2B5EF4-FFF2-40B4-BE49-F238E27FC236}">
                <a16:creationId xmlns:a16="http://schemas.microsoft.com/office/drawing/2014/main" id="{0ECCE598-0798-4A43-9FF2-062E30ADDF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572000"/>
            <a:ext cx="228600" cy="2286000"/>
          </a:xfrm>
          <a:prstGeom prst="rect">
            <a:avLst/>
          </a:prstGeom>
          <a:solidFill>
            <a:srgbClr val="336699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 algn="ctr" eaLnBrk="1" hangingPunct="1">
              <a:defRPr/>
            </a:pPr>
            <a:endParaRPr lang="en-US" altLang="en-US" sz="2400">
              <a:latin typeface="Times New Roman" pitchFamily="18" charset="0"/>
            </a:endParaRPr>
          </a:p>
        </p:txBody>
      </p:sp>
      <p:sp>
        <p:nvSpPr>
          <p:cNvPr id="1033" name="Text Box 9">
            <a:extLst>
              <a:ext uri="{FF2B5EF4-FFF2-40B4-BE49-F238E27FC236}">
                <a16:creationId xmlns:a16="http://schemas.microsoft.com/office/drawing/2014/main" id="{67B8A227-8BCF-4192-8DD5-3E05B704C2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56088" y="6613525"/>
            <a:ext cx="447675" cy="246063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sz="1000" b="1">
                <a:solidFill>
                  <a:srgbClr val="006699"/>
                </a:solidFill>
                <a:latin typeface="Helvetica" charset="0"/>
              </a:rPr>
              <a:t>4.</a:t>
            </a:r>
            <a:fld id="{B8C59114-2645-4608-9BE9-5C330A595960}" type="slidenum">
              <a:rPr lang="en-US" altLang="en-US" sz="1000" b="1" smtClean="0">
                <a:solidFill>
                  <a:srgbClr val="006699"/>
                </a:solidFill>
                <a:latin typeface="Helvetica" charset="0"/>
              </a:rPr>
              <a:pPr algn="ctr">
                <a:spcBef>
                  <a:spcPct val="50000"/>
                </a:spcBef>
                <a:defRPr/>
              </a:pPr>
              <a:t>‹Nº›</a:t>
            </a:fld>
            <a:endParaRPr lang="en-US" altLang="en-US" sz="1000" b="1">
              <a:solidFill>
                <a:srgbClr val="006699"/>
              </a:solidFill>
              <a:latin typeface="Helvetica" charset="0"/>
            </a:endParaRPr>
          </a:p>
        </p:txBody>
      </p:sp>
      <p:sp>
        <p:nvSpPr>
          <p:cNvPr id="1034" name="Text Box 10">
            <a:extLst>
              <a:ext uri="{FF2B5EF4-FFF2-40B4-BE49-F238E27FC236}">
                <a16:creationId xmlns:a16="http://schemas.microsoft.com/office/drawing/2014/main" id="{39D70C2C-1A21-48F2-880B-506452A645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89700" y="6588125"/>
            <a:ext cx="2713038" cy="2444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006699"/>
                </a:solidFill>
                <a:latin typeface="Helvetica" pitchFamily="-84" charset="0"/>
              </a:rPr>
              <a:t>Silberschatz, Galvin and Gagne ©2018</a:t>
            </a:r>
          </a:p>
        </p:txBody>
      </p:sp>
      <p:sp>
        <p:nvSpPr>
          <p:cNvPr id="1035" name="Text Box 11">
            <a:extLst>
              <a:ext uri="{FF2B5EF4-FFF2-40B4-BE49-F238E27FC236}">
                <a16:creationId xmlns:a16="http://schemas.microsoft.com/office/drawing/2014/main" id="{A88694D3-86E1-44FA-8516-8D3F5E09F4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5738" y="6621463"/>
            <a:ext cx="2730500" cy="24606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006699"/>
                </a:solidFill>
                <a:latin typeface="Helvetica" pitchFamily="-84" charset="0"/>
              </a:rPr>
              <a:t>Operating System Concepts – 10</a:t>
            </a:r>
            <a:r>
              <a:rPr lang="en-US" altLang="en-US" sz="1000" b="1" baseline="30000" dirty="0">
                <a:solidFill>
                  <a:srgbClr val="006699"/>
                </a:solidFill>
                <a:latin typeface="Helvetica" pitchFamily="-84" charset="0"/>
              </a:rPr>
              <a:t>th</a:t>
            </a:r>
            <a:r>
              <a:rPr lang="en-US" altLang="en-US" sz="1000" b="1" dirty="0">
                <a:solidFill>
                  <a:srgbClr val="006699"/>
                </a:solidFill>
                <a:latin typeface="Helvetica" pitchFamily="-84" charset="0"/>
              </a:rPr>
              <a:t> Edition</a:t>
            </a:r>
          </a:p>
        </p:txBody>
      </p:sp>
      <p:pic>
        <p:nvPicPr>
          <p:cNvPr id="1036" name="Picture 12" descr="dino_6">
            <a:extLst>
              <a:ext uri="{FF2B5EF4-FFF2-40B4-BE49-F238E27FC236}">
                <a16:creationId xmlns:a16="http://schemas.microsoft.com/office/drawing/2014/main" id="{91CD56B2-899D-4DC1-BFE5-E29F3D4F4E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3988" y="5849938"/>
            <a:ext cx="1284287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83" r:id="rId1"/>
    <p:sldLayoutId id="2147484073" r:id="rId2"/>
    <p:sldLayoutId id="2147484074" r:id="rId3"/>
    <p:sldLayoutId id="2147484075" r:id="rId4"/>
    <p:sldLayoutId id="2147484076" r:id="rId5"/>
    <p:sldLayoutId id="2147484077" r:id="rId6"/>
    <p:sldLayoutId id="2147484078" r:id="rId7"/>
    <p:sldLayoutId id="2147484079" r:id="rId8"/>
    <p:sldLayoutId id="2147484080" r:id="rId9"/>
    <p:sldLayoutId id="2147484081" r:id="rId10"/>
    <p:sldLayoutId id="2147484082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+mj-lt"/>
          <a:ea typeface="MS PGothic" pitchFamily="34" charset="-128"/>
          <a:cs typeface="MS PGothic" panose="020B0600070205080204" pitchFamily="34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MS PGothic" panose="020B0600070205080204" pitchFamily="34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MS PGothic" panose="020B0600070205080204" pitchFamily="34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MS PGothic" panose="020B0600070205080204" pitchFamily="34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MS PGothic" panose="020B0600070205080204" pitchFamily="34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35000"/>
        </a:spcBef>
        <a:spcAft>
          <a:spcPct val="0"/>
        </a:spcAft>
        <a:buClr>
          <a:srgbClr val="993300"/>
        </a:buClr>
        <a:buSzPct val="110000"/>
        <a:buFont typeface="Wingdings" panose="05000000000000000000" pitchFamily="2" charset="2"/>
        <a:buChar char="§"/>
        <a:defRPr kumimoji="1">
          <a:solidFill>
            <a:schemeClr val="tx1"/>
          </a:solidFill>
          <a:latin typeface="+mn-lt"/>
          <a:ea typeface="MS PGothic" pitchFamily="34" charset="-128"/>
          <a:cs typeface="MS PGothic" panose="020B0600070205080204" pitchFamily="34" charset="-128"/>
        </a:defRPr>
      </a:lvl1pPr>
      <a:lvl2pPr marL="742950" indent="-285750" algn="l" rtl="0" eaLnBrk="0" fontAlgn="base" hangingPunct="0">
        <a:spcBef>
          <a:spcPct val="35000"/>
        </a:spcBef>
        <a:spcAft>
          <a:spcPct val="0"/>
        </a:spcAft>
        <a:buClr>
          <a:srgbClr val="CC6600"/>
        </a:buClr>
        <a:buSzPct val="110000"/>
        <a:buFont typeface="Arial" panose="020B0604020202020204" pitchFamily="34" charset="0"/>
        <a:buChar char="•"/>
        <a:defRPr kumimoji="1">
          <a:solidFill>
            <a:schemeClr val="tx1"/>
          </a:solidFill>
          <a:latin typeface="+mn-lt"/>
          <a:ea typeface="MS PGothic" pitchFamily="34" charset="-128"/>
        </a:defRPr>
      </a:lvl2pPr>
      <a:lvl3pPr marL="1085850" indent="-228600" algn="l" rtl="0" eaLnBrk="0" fontAlgn="base" hangingPunct="0">
        <a:spcBef>
          <a:spcPct val="35000"/>
        </a:spcBef>
        <a:spcAft>
          <a:spcPct val="0"/>
        </a:spcAft>
        <a:buClr>
          <a:srgbClr val="009900"/>
        </a:buClr>
        <a:buSzPct val="75000"/>
        <a:buFont typeface="Webdings" panose="05030102010509060703" pitchFamily="18" charset="2"/>
        <a:buChar char="4"/>
        <a:defRPr kumimoji="1">
          <a:solidFill>
            <a:schemeClr val="tx1"/>
          </a:solidFill>
          <a:latin typeface="+mn-lt"/>
          <a:ea typeface="MS PGothic" pitchFamily="34" charset="-128"/>
        </a:defRPr>
      </a:lvl3pPr>
      <a:lvl4pPr marL="1428750" indent="-228600" algn="l" rtl="0" eaLnBrk="0" fontAlgn="base" hangingPunct="0">
        <a:spcBef>
          <a:spcPct val="35000"/>
        </a:spcBef>
        <a:spcAft>
          <a:spcPct val="0"/>
        </a:spcAft>
        <a:buClr>
          <a:schemeClr val="hlink"/>
        </a:buClr>
        <a:buSzPct val="75000"/>
        <a:buChar char="–"/>
        <a:defRPr kumimoji="1">
          <a:solidFill>
            <a:schemeClr val="tx1"/>
          </a:solidFill>
          <a:latin typeface="+mn-lt"/>
          <a:ea typeface="MS PGothic" pitchFamily="34" charset="-128"/>
        </a:defRPr>
      </a:lvl4pPr>
      <a:lvl5pPr marL="17716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MS PGothic" pitchFamily="34" charset="-128"/>
        </a:defRPr>
      </a:lvl5pPr>
      <a:lvl6pPr marL="22288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6pPr>
      <a:lvl7pPr marL="26860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7pPr>
      <a:lvl8pPr marL="31432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8pPr>
      <a:lvl9pPr marL="36004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wmf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4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jpe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jpe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jpe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jpe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Rectangle 2">
            <a:extLst>
              <a:ext uri="{FF2B5EF4-FFF2-40B4-BE49-F238E27FC236}">
                <a16:creationId xmlns:a16="http://schemas.microsoft.com/office/drawing/2014/main" id="{89BB6AAA-4250-44C0-8BF1-0E2B0D4E2A29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782638"/>
            <a:ext cx="7772400" cy="2127250"/>
          </a:xfrm>
        </p:spPr>
        <p:txBody>
          <a:bodyPr/>
          <a:lstStyle/>
          <a:p>
            <a:pPr eaLnBrk="1" hangingPunct="1"/>
            <a:r>
              <a:rPr lang="en-US" altLang="en-US"/>
              <a:t>Chapter 4:  Threads &amp; Concurrency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" name="Rectangle 2">
            <a:extLst>
              <a:ext uri="{FF2B5EF4-FFF2-40B4-BE49-F238E27FC236}">
                <a16:creationId xmlns:a16="http://schemas.microsoft.com/office/drawing/2014/main" id="{203D3746-8758-479C-93A3-DC90B12F640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24522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Outline</a:t>
            </a:r>
          </a:p>
        </p:txBody>
      </p:sp>
      <p:sp>
        <p:nvSpPr>
          <p:cNvPr id="7170" name="Rectangle 3">
            <a:extLst>
              <a:ext uri="{FF2B5EF4-FFF2-40B4-BE49-F238E27FC236}">
                <a16:creationId xmlns:a16="http://schemas.microsoft.com/office/drawing/2014/main" id="{BE2970C8-8537-47B0-BAC1-E14D2907686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Overview</a:t>
            </a:r>
          </a:p>
          <a:p>
            <a:r>
              <a:rPr lang="en-US" altLang="en-US"/>
              <a:t>Multicore Programming</a:t>
            </a:r>
          </a:p>
          <a:p>
            <a:r>
              <a:rPr lang="en-US" altLang="en-US"/>
              <a:t>Multithreading Models</a:t>
            </a:r>
          </a:p>
          <a:p>
            <a:r>
              <a:rPr lang="en-US" altLang="en-US"/>
              <a:t>Thread Libraries</a:t>
            </a:r>
          </a:p>
          <a:p>
            <a:r>
              <a:rPr lang="en-US" altLang="en-US"/>
              <a:t>Implicit Threading</a:t>
            </a:r>
          </a:p>
          <a:p>
            <a:r>
              <a:rPr lang="en-US" altLang="en-US"/>
              <a:t>Threading Issues</a:t>
            </a:r>
          </a:p>
          <a:p>
            <a:r>
              <a:rPr lang="en-US" altLang="en-US"/>
              <a:t>Operating System Examples</a:t>
            </a:r>
          </a:p>
          <a:p>
            <a:pPr>
              <a:buFont typeface="Monotype Sorts" pitchFamily="-84" charset="2"/>
              <a:buNone/>
            </a:pPr>
            <a:endParaRPr lang="en-US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7" name="Title 1">
            <a:extLst>
              <a:ext uri="{FF2B5EF4-FFF2-40B4-BE49-F238E27FC236}">
                <a16:creationId xmlns:a16="http://schemas.microsoft.com/office/drawing/2014/main" id="{F4FAEF8D-141E-4014-81C2-5AD32F5592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Objectives</a:t>
            </a:r>
          </a:p>
        </p:txBody>
      </p:sp>
      <p:sp>
        <p:nvSpPr>
          <p:cNvPr id="9218" name="Content Placeholder 2">
            <a:extLst>
              <a:ext uri="{FF2B5EF4-FFF2-40B4-BE49-F238E27FC236}">
                <a16:creationId xmlns:a16="http://schemas.microsoft.com/office/drawing/2014/main" id="{69649437-64F3-4573-8F48-4963AC548C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6450" y="1233488"/>
            <a:ext cx="6940550" cy="4530725"/>
          </a:xfrm>
        </p:spPr>
        <p:txBody>
          <a:bodyPr/>
          <a:lstStyle/>
          <a:p>
            <a:r>
              <a:rPr lang="en-US" altLang="en-US" dirty="0"/>
              <a:t>Identify the basic components of a thread, and contrast threads and processes</a:t>
            </a:r>
          </a:p>
          <a:p>
            <a:r>
              <a:rPr lang="en-US" altLang="en-US" dirty="0"/>
              <a:t>Describe the benefits and challenges of </a:t>
            </a:r>
            <a:r>
              <a:rPr lang="en-US" altLang="en-US" dirty="0" err="1"/>
              <a:t>designng</a:t>
            </a:r>
            <a:r>
              <a:rPr lang="en-US" altLang="en-US" dirty="0"/>
              <a:t> multithreaded applications</a:t>
            </a:r>
          </a:p>
          <a:p>
            <a:r>
              <a:rPr lang="en-US" altLang="en-US" dirty="0"/>
              <a:t>Illustrate different approaches to implicit threading including thread pools, fork-join, and Grand Central Dispatch</a:t>
            </a:r>
          </a:p>
          <a:p>
            <a:r>
              <a:rPr lang="en-US" altLang="en-US" dirty="0"/>
              <a:t>Describe how the Windows and Linux operating systems represent threads</a:t>
            </a:r>
          </a:p>
          <a:p>
            <a:r>
              <a:rPr lang="en-US" altLang="en-US" dirty="0"/>
              <a:t>Designing multithreaded applications using the </a:t>
            </a:r>
            <a:r>
              <a:rPr lang="en-US" altLang="en-US" dirty="0" err="1"/>
              <a:t>Pthreads</a:t>
            </a:r>
            <a:r>
              <a:rPr lang="en-US" altLang="en-US" dirty="0"/>
              <a:t>, Java, and Windows threading APIs</a:t>
            </a:r>
          </a:p>
          <a:p>
            <a:endParaRPr lang="en-US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Title 1">
            <a:extLst>
              <a:ext uri="{FF2B5EF4-FFF2-40B4-BE49-F238E27FC236}">
                <a16:creationId xmlns:a16="http://schemas.microsoft.com/office/drawing/2014/main" id="{71774012-3807-4498-B991-8D9050F65A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2868"/>
            <a:ext cx="8229600" cy="576262"/>
          </a:xfrm>
        </p:spPr>
        <p:txBody>
          <a:bodyPr/>
          <a:lstStyle/>
          <a:p>
            <a:r>
              <a:rPr lang="en-US" altLang="en-US" dirty="0"/>
              <a:t>Motivation</a:t>
            </a:r>
          </a:p>
        </p:txBody>
      </p:sp>
      <p:sp>
        <p:nvSpPr>
          <p:cNvPr id="11266" name="Content Placeholder 2">
            <a:extLst>
              <a:ext uri="{FF2B5EF4-FFF2-40B4-BE49-F238E27FC236}">
                <a16:creationId xmlns:a16="http://schemas.microsoft.com/office/drawing/2014/main" id="{284F1CF5-435D-4BB1-9339-BE39F15E24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6450" y="1233488"/>
            <a:ext cx="6813550" cy="4530725"/>
          </a:xfrm>
        </p:spPr>
        <p:txBody>
          <a:bodyPr/>
          <a:lstStyle/>
          <a:p>
            <a:r>
              <a:rPr lang="en-US" altLang="en-US"/>
              <a:t>Most modern applications are multithreaded</a:t>
            </a:r>
          </a:p>
          <a:p>
            <a:r>
              <a:rPr lang="en-US" altLang="en-US"/>
              <a:t>Threads run within application</a:t>
            </a:r>
          </a:p>
          <a:p>
            <a:r>
              <a:rPr lang="en-US" altLang="en-US"/>
              <a:t>Multiple tasks with the application can be implemented by separate threads</a:t>
            </a:r>
          </a:p>
          <a:p>
            <a:pPr lvl="1"/>
            <a:r>
              <a:rPr lang="en-US" altLang="en-US"/>
              <a:t>Update display</a:t>
            </a:r>
          </a:p>
          <a:p>
            <a:pPr lvl="1"/>
            <a:r>
              <a:rPr lang="en-US" altLang="en-US"/>
              <a:t>Fetch data</a:t>
            </a:r>
          </a:p>
          <a:p>
            <a:pPr lvl="1"/>
            <a:r>
              <a:rPr lang="en-US" altLang="en-US"/>
              <a:t>Spell checking</a:t>
            </a:r>
          </a:p>
          <a:p>
            <a:pPr lvl="1"/>
            <a:r>
              <a:rPr lang="en-US" altLang="en-US"/>
              <a:t>Answer a network request</a:t>
            </a:r>
          </a:p>
          <a:p>
            <a:r>
              <a:rPr lang="en-US" altLang="en-US"/>
              <a:t>Process creation is heavy-weight while thread creation is light-weight</a:t>
            </a:r>
          </a:p>
          <a:p>
            <a:r>
              <a:rPr lang="en-US" altLang="en-US"/>
              <a:t>Can simplify code, increase efficiency</a:t>
            </a:r>
          </a:p>
          <a:p>
            <a:r>
              <a:rPr lang="en-US" altLang="en-US"/>
              <a:t>Kernels are generally multithreaded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9" name="Rectangle 2">
            <a:extLst>
              <a:ext uri="{FF2B5EF4-FFF2-40B4-BE49-F238E27FC236}">
                <a16:creationId xmlns:a16="http://schemas.microsoft.com/office/drawing/2014/main" id="{46D3DE18-7E7E-4C93-8C78-DD142B08CC8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49300" y="228830"/>
            <a:ext cx="8499475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Single and Multithreaded Processes</a:t>
            </a:r>
          </a:p>
        </p:txBody>
      </p:sp>
      <p:pic>
        <p:nvPicPr>
          <p:cNvPr id="12290" name="Picture 1">
            <a:extLst>
              <a:ext uri="{FF2B5EF4-FFF2-40B4-BE49-F238E27FC236}">
                <a16:creationId xmlns:a16="http://schemas.microsoft.com/office/drawing/2014/main" id="{0489C83A-880F-4FB0-8474-2FE1A357C54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9300" y="1282700"/>
            <a:ext cx="7626350" cy="4281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Title 1">
            <a:extLst>
              <a:ext uri="{FF2B5EF4-FFF2-40B4-BE49-F238E27FC236}">
                <a16:creationId xmlns:a16="http://schemas.microsoft.com/office/drawing/2014/main" id="{FE08425D-ED51-450A-B441-45E2EB4CE2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5825" y="168870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Multithreaded Server Architecture</a:t>
            </a:r>
          </a:p>
        </p:txBody>
      </p:sp>
      <p:pic>
        <p:nvPicPr>
          <p:cNvPr id="14338" name="Picture 1">
            <a:extLst>
              <a:ext uri="{FF2B5EF4-FFF2-40B4-BE49-F238E27FC236}">
                <a16:creationId xmlns:a16="http://schemas.microsoft.com/office/drawing/2014/main" id="{CF5D0D58-5C7A-45B8-AD7F-B5E9EF91996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4200" y="2006600"/>
            <a:ext cx="7966075" cy="2841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2">
            <a:extLst>
              <a:ext uri="{FF2B5EF4-FFF2-40B4-BE49-F238E27FC236}">
                <a16:creationId xmlns:a16="http://schemas.microsoft.com/office/drawing/2014/main" id="{CB64F3E7-BE56-4BF5-89DF-866E7EA88B7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62013" y="481242"/>
            <a:ext cx="6951662" cy="312738"/>
          </a:xfrm>
        </p:spPr>
        <p:txBody>
          <a:bodyPr/>
          <a:lstStyle/>
          <a:p>
            <a:pPr eaLnBrk="1" hangingPunct="1"/>
            <a:r>
              <a:rPr lang="en-US" altLang="en-US" dirty="0"/>
              <a:t>Benefits</a:t>
            </a:r>
          </a:p>
        </p:txBody>
      </p:sp>
      <p:sp>
        <p:nvSpPr>
          <p:cNvPr id="16386" name="Rectangle 3">
            <a:extLst>
              <a:ext uri="{FF2B5EF4-FFF2-40B4-BE49-F238E27FC236}">
                <a16:creationId xmlns:a16="http://schemas.microsoft.com/office/drawing/2014/main" id="{AEFC87E0-114C-4BFC-8B34-FD5EF6B87DC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06450" y="1233488"/>
            <a:ext cx="7207250" cy="4530725"/>
          </a:xfrm>
        </p:spPr>
        <p:txBody>
          <a:bodyPr/>
          <a:lstStyle/>
          <a:p>
            <a:r>
              <a:rPr lang="en-US" altLang="en-US" b="1" dirty="0"/>
              <a:t>Responsiveness – </a:t>
            </a:r>
            <a:r>
              <a:rPr lang="en-US" altLang="en-US" dirty="0"/>
              <a:t>may allow continued execution if part of process is blocked, especially important for user interfaces</a:t>
            </a:r>
          </a:p>
          <a:p>
            <a:r>
              <a:rPr lang="en-US" altLang="en-US" b="1" dirty="0"/>
              <a:t>Resource Sharing – </a:t>
            </a:r>
            <a:r>
              <a:rPr lang="en-US" altLang="en-US" dirty="0"/>
              <a:t>threads share resources of process, easier than shared memory or message passing</a:t>
            </a:r>
          </a:p>
          <a:p>
            <a:r>
              <a:rPr lang="en-US" altLang="en-US" b="1" dirty="0"/>
              <a:t>Economy – </a:t>
            </a:r>
            <a:r>
              <a:rPr lang="en-US" altLang="en-US" dirty="0"/>
              <a:t>cheaper than process creation, thread switching lower overhead than context switching</a:t>
            </a:r>
          </a:p>
          <a:p>
            <a:r>
              <a:rPr lang="en-US" altLang="en-US" b="1" dirty="0"/>
              <a:t>Scalability – </a:t>
            </a:r>
            <a:r>
              <a:rPr lang="en-US" altLang="en-US" dirty="0"/>
              <a:t>process can take advantage of multicore architectures</a:t>
            </a:r>
            <a:br>
              <a:rPr lang="en-US" altLang="en-US" dirty="0"/>
            </a:br>
            <a:endParaRPr lang="en-US" altLang="en-US" dirty="0"/>
          </a:p>
          <a:p>
            <a:endParaRPr lang="en-US" altLang="en-US" b="1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Title 1">
            <a:extLst>
              <a:ext uri="{FF2B5EF4-FFF2-40B4-BE49-F238E27FC236}">
                <a16:creationId xmlns:a16="http://schemas.microsoft.com/office/drawing/2014/main" id="{5DAE641A-82E5-4706-A422-7614EF0456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2825" y="222868"/>
            <a:ext cx="7673975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Multicore Programming</a:t>
            </a:r>
          </a:p>
        </p:txBody>
      </p:sp>
      <p:sp>
        <p:nvSpPr>
          <p:cNvPr id="18434" name="Content Placeholder 2">
            <a:extLst>
              <a:ext uri="{FF2B5EF4-FFF2-40B4-BE49-F238E27FC236}">
                <a16:creationId xmlns:a16="http://schemas.microsoft.com/office/drawing/2014/main" id="{A7143B20-81F4-4C44-95F8-D8F686F2F4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8002" y="1208088"/>
            <a:ext cx="7723188" cy="4530725"/>
          </a:xfrm>
        </p:spPr>
        <p:txBody>
          <a:bodyPr/>
          <a:lstStyle/>
          <a:p>
            <a:r>
              <a:rPr lang="en-US" altLang="en-US" b="1" dirty="0">
                <a:solidFill>
                  <a:srgbClr val="006699"/>
                </a:solidFill>
                <a:latin typeface="+mj-lt"/>
              </a:rPr>
              <a:t>Multicore</a:t>
            </a:r>
            <a:r>
              <a:rPr lang="en-US" altLang="en-US" dirty="0"/>
              <a:t> or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multiprocessor</a:t>
            </a:r>
            <a:r>
              <a:rPr lang="en-US" altLang="en-US" dirty="0"/>
              <a:t> systems puts pressure on programmers, challenges include:</a:t>
            </a:r>
          </a:p>
          <a:p>
            <a:pPr lvl="1"/>
            <a:r>
              <a:rPr lang="en-US" altLang="en-US" b="1" dirty="0"/>
              <a:t>Dividing activities</a:t>
            </a:r>
          </a:p>
          <a:p>
            <a:pPr lvl="1"/>
            <a:r>
              <a:rPr lang="en-US" altLang="en-US" b="1" dirty="0"/>
              <a:t>Balance</a:t>
            </a:r>
          </a:p>
          <a:p>
            <a:pPr lvl="1"/>
            <a:r>
              <a:rPr lang="en-US" altLang="en-US" b="1" dirty="0"/>
              <a:t>Data splitting</a:t>
            </a:r>
          </a:p>
          <a:p>
            <a:pPr lvl="1"/>
            <a:r>
              <a:rPr lang="en-US" altLang="en-US" b="1" dirty="0"/>
              <a:t>Data dependency</a:t>
            </a:r>
          </a:p>
          <a:p>
            <a:pPr lvl="1"/>
            <a:r>
              <a:rPr lang="en-US" altLang="en-US" b="1" dirty="0"/>
              <a:t>Testing and debugging</a:t>
            </a:r>
          </a:p>
          <a:p>
            <a:r>
              <a:rPr lang="en-US" altLang="en-US" b="1" i="1" dirty="0"/>
              <a:t>Parallelism</a:t>
            </a:r>
            <a:r>
              <a:rPr lang="en-US" altLang="en-US" dirty="0"/>
              <a:t> implies a system can perform more than one task simultaneously</a:t>
            </a:r>
          </a:p>
          <a:p>
            <a:r>
              <a:rPr lang="en-US" altLang="en-US" b="1" i="1" dirty="0"/>
              <a:t>Concurrency</a:t>
            </a:r>
            <a:r>
              <a:rPr lang="en-US" altLang="en-US" dirty="0"/>
              <a:t> supports more than one task making progress</a:t>
            </a:r>
          </a:p>
          <a:p>
            <a:pPr lvl="1"/>
            <a:r>
              <a:rPr lang="en-US" altLang="en-US" dirty="0"/>
              <a:t>Single processor / core, scheduler providing concurrency</a:t>
            </a:r>
          </a:p>
          <a:p>
            <a:pPr lvl="1">
              <a:buFont typeface="Monotype Sorts" pitchFamily="-84" charset="2"/>
              <a:buNone/>
            </a:pPr>
            <a:endParaRPr lang="en-US" altLang="en-US" dirty="0"/>
          </a:p>
          <a:p>
            <a:pPr lvl="1">
              <a:buFont typeface="Monotype Sorts" pitchFamily="-84" charset="2"/>
              <a:buNone/>
            </a:pPr>
            <a:endParaRPr lang="en-US" alt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Title 1">
            <a:extLst>
              <a:ext uri="{FF2B5EF4-FFF2-40B4-BE49-F238E27FC236}">
                <a16:creationId xmlns:a16="http://schemas.microsoft.com/office/drawing/2014/main" id="{99AFB161-ED93-4730-90CF-60C15CF177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6275" y="222215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Concurrency vs. Parallelism</a:t>
            </a:r>
          </a:p>
        </p:txBody>
      </p:sp>
      <p:sp>
        <p:nvSpPr>
          <p:cNvPr id="20482" name="Rectangle 3">
            <a:extLst>
              <a:ext uri="{FF2B5EF4-FFF2-40B4-BE49-F238E27FC236}">
                <a16:creationId xmlns:a16="http://schemas.microsoft.com/office/drawing/2014/main" id="{D036A6A0-4CE5-4725-A8D1-F915FCFB1B90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802433" y="1163638"/>
            <a:ext cx="7912359" cy="453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5" tIns="45718" rIns="91435" bIns="45718"/>
          <a:lstStyle>
            <a:lvl1pPr marL="488950" indent="-488950"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-84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-84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SzPct val="7500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buSzPct val="110000"/>
              <a:buFont typeface="Wingdings" panose="05000000000000000000" pitchFamily="2" charset="2"/>
              <a:buChar char="§"/>
            </a:pPr>
            <a:r>
              <a:rPr lang="en-US" altLang="en-US" b="1" dirty="0"/>
              <a:t>Concurrent execution on single-core system:</a:t>
            </a:r>
          </a:p>
          <a:p>
            <a:endParaRPr lang="en-US" altLang="en-US" b="1" dirty="0"/>
          </a:p>
          <a:p>
            <a:endParaRPr lang="en-US" altLang="en-US" b="1" dirty="0"/>
          </a:p>
          <a:p>
            <a:endParaRPr lang="en-US" altLang="en-US" b="1" dirty="0"/>
          </a:p>
          <a:p>
            <a:pPr>
              <a:buFontTx/>
              <a:buNone/>
            </a:pPr>
            <a:endParaRPr lang="en-US" altLang="en-US" b="1" dirty="0"/>
          </a:p>
          <a:p>
            <a:pPr>
              <a:buSzPct val="110000"/>
              <a:buFont typeface="Wingdings" panose="05000000000000000000" pitchFamily="2" charset="2"/>
              <a:buChar char="§"/>
            </a:pPr>
            <a:r>
              <a:rPr lang="en-US" altLang="en-US" b="1" dirty="0"/>
              <a:t>Parallelism on a multi-core system:</a:t>
            </a:r>
          </a:p>
          <a:p>
            <a:endParaRPr lang="en-US" altLang="en-US" b="1" dirty="0"/>
          </a:p>
        </p:txBody>
      </p:sp>
      <p:pic>
        <p:nvPicPr>
          <p:cNvPr id="20483" name="Picture 1">
            <a:extLst>
              <a:ext uri="{FF2B5EF4-FFF2-40B4-BE49-F238E27FC236}">
                <a16:creationId xmlns:a16="http://schemas.microsoft.com/office/drawing/2014/main" id="{823F49F0-4145-4731-B6A8-7F150BB638B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7413" y="1830388"/>
            <a:ext cx="7799387" cy="868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484" name="Picture 2">
            <a:extLst>
              <a:ext uri="{FF2B5EF4-FFF2-40B4-BE49-F238E27FC236}">
                <a16:creationId xmlns:a16="http://schemas.microsoft.com/office/drawing/2014/main" id="{B2355580-5738-4BF5-8926-EC91E28B045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5675" y="3647589"/>
            <a:ext cx="4692650" cy="1627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Title 1">
            <a:extLst>
              <a:ext uri="{FF2B5EF4-FFF2-40B4-BE49-F238E27FC236}">
                <a16:creationId xmlns:a16="http://schemas.microsoft.com/office/drawing/2014/main" id="{CAD927E8-64DE-4671-A690-608A4563E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2825" y="213537"/>
            <a:ext cx="7673975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Multicore Programming</a:t>
            </a:r>
          </a:p>
        </p:txBody>
      </p:sp>
      <p:sp>
        <p:nvSpPr>
          <p:cNvPr id="22530" name="Content Placeholder 2">
            <a:extLst>
              <a:ext uri="{FF2B5EF4-FFF2-40B4-BE49-F238E27FC236}">
                <a16:creationId xmlns:a16="http://schemas.microsoft.com/office/drawing/2014/main" id="{9FB1F3DE-869C-4D7F-9A3F-53A8F1DC93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6450" y="1233488"/>
            <a:ext cx="7156450" cy="4530725"/>
          </a:xfrm>
        </p:spPr>
        <p:txBody>
          <a:bodyPr/>
          <a:lstStyle/>
          <a:p>
            <a:r>
              <a:rPr lang="en-US" altLang="en-US" dirty="0"/>
              <a:t>Types of parallelism </a:t>
            </a:r>
          </a:p>
          <a:p>
            <a:pPr lvl="1"/>
            <a:r>
              <a:rPr lang="en-US" altLang="en-US" b="1" dirty="0">
                <a:solidFill>
                  <a:srgbClr val="006699"/>
                </a:solidFill>
                <a:latin typeface="+mj-lt"/>
              </a:rPr>
              <a:t>Data parallelism </a:t>
            </a:r>
            <a:r>
              <a:rPr lang="en-US" altLang="en-US" dirty="0"/>
              <a:t>– distributes subsets of the same data across multiple cores, same operation on each</a:t>
            </a:r>
            <a:endParaRPr lang="en-US" altLang="en-US" b="1" dirty="0">
              <a:solidFill>
                <a:srgbClr val="3366FF"/>
              </a:solidFill>
            </a:endParaRPr>
          </a:p>
          <a:p>
            <a:pPr lvl="1"/>
            <a:r>
              <a:rPr lang="en-US" altLang="en-US" b="1" dirty="0">
                <a:solidFill>
                  <a:srgbClr val="006699"/>
                </a:solidFill>
                <a:latin typeface="+mj-lt"/>
              </a:rPr>
              <a:t>Task parallelism </a:t>
            </a:r>
            <a:r>
              <a:rPr lang="en-US" altLang="en-US" dirty="0"/>
              <a:t>– distributing threads across cores, each thread performing unique operation</a:t>
            </a:r>
          </a:p>
          <a:p>
            <a:pPr lvl="1">
              <a:buFont typeface="Monotype Sorts" pitchFamily="-84" charset="2"/>
              <a:buNone/>
            </a:pPr>
            <a:endParaRPr lang="en-US" alt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Title 1">
            <a:extLst>
              <a:ext uri="{FF2B5EF4-FFF2-40B4-BE49-F238E27FC236}">
                <a16:creationId xmlns:a16="http://schemas.microsoft.com/office/drawing/2014/main" id="{F297ACC2-6415-49B5-B30C-3C6679A213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Data and Task Parallelism</a:t>
            </a:r>
          </a:p>
        </p:txBody>
      </p:sp>
      <p:pic>
        <p:nvPicPr>
          <p:cNvPr id="24578" name="Picture 1">
            <a:extLst>
              <a:ext uri="{FF2B5EF4-FFF2-40B4-BE49-F238E27FC236}">
                <a16:creationId xmlns:a16="http://schemas.microsoft.com/office/drawing/2014/main" id="{7C4056CB-23F8-4E11-9D19-A3540316F5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8300" y="1473200"/>
            <a:ext cx="5851525" cy="3906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Rectangle 2">
            <a:extLst>
              <a:ext uri="{FF2B5EF4-FFF2-40B4-BE49-F238E27FC236}">
                <a16:creationId xmlns:a16="http://schemas.microsoft.com/office/drawing/2014/main" id="{8081C5BE-54CB-4060-BFB3-18429EA4627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29606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Amdahl’s Law</a:t>
            </a:r>
          </a:p>
        </p:txBody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6A1AEDCB-DDB2-4B98-87D9-BFA079D3CF4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69950" y="1106488"/>
            <a:ext cx="7900988" cy="4530725"/>
          </a:xfrm>
        </p:spPr>
        <p:txBody>
          <a:bodyPr/>
          <a:lstStyle/>
          <a:p>
            <a:pPr>
              <a:defRPr/>
            </a:pPr>
            <a:r>
              <a:rPr lang="en-US" altLang="en-US" dirty="0">
                <a:cs typeface="ＭＳ Ｐゴシック" charset="-128"/>
              </a:rPr>
              <a:t>Identifies performance gains from adding additional cores to an application that has both serial and parallel components</a:t>
            </a:r>
          </a:p>
          <a:p>
            <a:pPr>
              <a:defRPr/>
            </a:pPr>
            <a:r>
              <a:rPr lang="en-US" altLang="en-US" i="1" dirty="0">
                <a:cs typeface="ＭＳ Ｐゴシック" charset="-128"/>
              </a:rPr>
              <a:t>S</a:t>
            </a:r>
            <a:r>
              <a:rPr lang="en-US" altLang="en-US" dirty="0">
                <a:cs typeface="ＭＳ Ｐゴシック" charset="-128"/>
              </a:rPr>
              <a:t> is serial portion</a:t>
            </a:r>
          </a:p>
          <a:p>
            <a:pPr>
              <a:defRPr/>
            </a:pPr>
            <a:r>
              <a:rPr lang="en-US" altLang="en-US" i="1" dirty="0">
                <a:cs typeface="ＭＳ Ｐゴシック" charset="-128"/>
              </a:rPr>
              <a:t>N</a:t>
            </a:r>
            <a:r>
              <a:rPr lang="en-US" altLang="en-US" dirty="0">
                <a:cs typeface="ＭＳ Ｐゴシック" charset="-128"/>
              </a:rPr>
              <a:t> processing cores</a:t>
            </a:r>
          </a:p>
          <a:p>
            <a:pPr>
              <a:defRPr/>
            </a:pPr>
            <a:endParaRPr lang="en-US" altLang="en-US" dirty="0">
              <a:cs typeface="ＭＳ Ｐゴシック" charset="-128"/>
            </a:endParaRPr>
          </a:p>
          <a:p>
            <a:pPr>
              <a:defRPr/>
            </a:pPr>
            <a:endParaRPr lang="en-US" altLang="en-US" dirty="0">
              <a:cs typeface="ＭＳ Ｐゴシック" charset="-128"/>
            </a:endParaRPr>
          </a:p>
          <a:p>
            <a:pPr marL="0" indent="0">
              <a:buFont typeface="Monotype Sorts" pitchFamily="-84" charset="2"/>
              <a:buNone/>
              <a:defRPr/>
            </a:pPr>
            <a:endParaRPr lang="en-US" altLang="en-US" dirty="0">
              <a:cs typeface="ＭＳ Ｐゴシック" charset="-128"/>
            </a:endParaRPr>
          </a:p>
          <a:p>
            <a:pPr>
              <a:defRPr/>
            </a:pPr>
            <a:r>
              <a:rPr lang="en-US" altLang="en-US" dirty="0">
                <a:cs typeface="ＭＳ Ｐゴシック" charset="-128"/>
              </a:rPr>
              <a:t>That is, if application is 75% parallel / 25% serial, moving from 1 to 2 cores results in speedup of 1.6 times</a:t>
            </a:r>
          </a:p>
          <a:p>
            <a:pPr>
              <a:defRPr/>
            </a:pPr>
            <a:r>
              <a:rPr lang="en-US" altLang="en-US" dirty="0">
                <a:cs typeface="ＭＳ Ｐゴシック" charset="-128"/>
              </a:rPr>
              <a:t>As </a:t>
            </a:r>
            <a:r>
              <a:rPr lang="en-US" altLang="en-US" i="1" dirty="0">
                <a:cs typeface="ＭＳ Ｐゴシック" charset="-128"/>
              </a:rPr>
              <a:t>N</a:t>
            </a:r>
            <a:r>
              <a:rPr lang="en-US" altLang="en-US" dirty="0">
                <a:cs typeface="ＭＳ Ｐゴシック" charset="-128"/>
              </a:rPr>
              <a:t> approaches infinity, speedup approaches 1 / </a:t>
            </a:r>
            <a:r>
              <a:rPr lang="en-US" altLang="en-US" i="1" dirty="0">
                <a:cs typeface="ＭＳ Ｐゴシック" charset="-128"/>
              </a:rPr>
              <a:t>S</a:t>
            </a:r>
          </a:p>
          <a:p>
            <a:pPr>
              <a:buFont typeface="Monotype Sorts" pitchFamily="-84" charset="2"/>
              <a:buNone/>
              <a:defRPr/>
            </a:pPr>
            <a:r>
              <a:rPr lang="en-US" altLang="en-US" b="1" dirty="0">
                <a:cs typeface="ＭＳ Ｐゴシック" charset="-128"/>
              </a:rPr>
              <a:t/>
            </a:r>
            <a:br>
              <a:rPr lang="en-US" altLang="en-US" b="1" dirty="0">
                <a:cs typeface="ＭＳ Ｐゴシック" charset="-128"/>
              </a:rPr>
            </a:br>
            <a:r>
              <a:rPr lang="en-US" altLang="en-US" b="1" dirty="0">
                <a:cs typeface="ＭＳ Ｐゴシック" charset="-128"/>
              </a:rPr>
              <a:t>Serial portion of an application has disproportionate  effect on performance gained by adding additional cores</a:t>
            </a:r>
          </a:p>
          <a:p>
            <a:pPr>
              <a:buFont typeface="Monotype Sorts" pitchFamily="-84" charset="2"/>
              <a:buNone/>
              <a:defRPr/>
            </a:pPr>
            <a:endParaRPr lang="en-US" altLang="en-US" sz="800" b="1" dirty="0">
              <a:cs typeface="ＭＳ Ｐゴシック" charset="-128"/>
            </a:endParaRPr>
          </a:p>
          <a:p>
            <a:pPr>
              <a:defRPr/>
            </a:pPr>
            <a:r>
              <a:rPr lang="en-US" altLang="en-US" dirty="0">
                <a:cs typeface="ＭＳ Ｐゴシック" charset="-128"/>
              </a:rPr>
              <a:t>But does the law take into account contemporary multicore systems?</a:t>
            </a:r>
          </a:p>
        </p:txBody>
      </p:sp>
      <p:pic>
        <p:nvPicPr>
          <p:cNvPr id="25603" name="Picture 1" descr="Screen Shot 2012-12-04 at 7.54.07 PM.png">
            <a:extLst>
              <a:ext uri="{FF2B5EF4-FFF2-40B4-BE49-F238E27FC236}">
                <a16:creationId xmlns:a16="http://schemas.microsoft.com/office/drawing/2014/main" id="{73692B8D-A89E-4AD0-A1E3-ED895D4F405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06117" y="2597182"/>
            <a:ext cx="2430463" cy="906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Title 1">
            <a:extLst>
              <a:ext uri="{FF2B5EF4-FFF2-40B4-BE49-F238E27FC236}">
                <a16:creationId xmlns:a16="http://schemas.microsoft.com/office/drawing/2014/main" id="{681CBC2B-DB28-4332-A1D1-A51237439D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4522"/>
            <a:ext cx="8229600" cy="576262"/>
          </a:xfrm>
        </p:spPr>
        <p:txBody>
          <a:bodyPr/>
          <a:lstStyle/>
          <a:p>
            <a:r>
              <a:rPr lang="en-US" altLang="en-US" dirty="0"/>
              <a:t>Amdahl’s Law</a:t>
            </a:r>
          </a:p>
        </p:txBody>
      </p:sp>
      <p:pic>
        <p:nvPicPr>
          <p:cNvPr id="27650" name="Picture 3">
            <a:extLst>
              <a:ext uri="{FF2B5EF4-FFF2-40B4-BE49-F238E27FC236}">
                <a16:creationId xmlns:a16="http://schemas.microsoft.com/office/drawing/2014/main" id="{9173F832-D0B8-4682-8422-824AC9A2C5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8550" y="1411288"/>
            <a:ext cx="5276850" cy="3724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Rectangle 2">
            <a:extLst>
              <a:ext uri="{FF2B5EF4-FFF2-40B4-BE49-F238E27FC236}">
                <a16:creationId xmlns:a16="http://schemas.microsoft.com/office/drawing/2014/main" id="{30A3DCFF-94B3-4FFC-B2A6-FE43AD17947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36625" y="229606"/>
            <a:ext cx="7826375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User Threads and Kernel Threads</a:t>
            </a:r>
          </a:p>
        </p:txBody>
      </p:sp>
      <p:sp>
        <p:nvSpPr>
          <p:cNvPr id="28674" name="Rectangle 3">
            <a:extLst>
              <a:ext uri="{FF2B5EF4-FFF2-40B4-BE49-F238E27FC236}">
                <a16:creationId xmlns:a16="http://schemas.microsoft.com/office/drawing/2014/main" id="{BA746B80-CDA4-4092-8028-5DF7040388F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b="1" dirty="0">
                <a:solidFill>
                  <a:srgbClr val="006699"/>
                </a:solidFill>
                <a:latin typeface="+mj-lt"/>
              </a:rPr>
              <a:t>User threads </a:t>
            </a:r>
            <a:r>
              <a:rPr lang="en-US" altLang="en-US" dirty="0"/>
              <a:t>- management done by user-level threads library</a:t>
            </a:r>
          </a:p>
          <a:p>
            <a:r>
              <a:rPr lang="en-US" altLang="en-US" dirty="0"/>
              <a:t>Three primary thread libraries:</a:t>
            </a:r>
          </a:p>
          <a:p>
            <a:pPr lvl="1"/>
            <a:r>
              <a:rPr lang="en-US" altLang="en-US" dirty="0"/>
              <a:t> POSIX </a:t>
            </a:r>
            <a:r>
              <a:rPr lang="en-US" altLang="en-US" b="1" dirty="0" err="1">
                <a:solidFill>
                  <a:srgbClr val="006699"/>
                </a:solidFill>
                <a:latin typeface="+mj-lt"/>
              </a:rPr>
              <a:t>Pthreads</a:t>
            </a:r>
            <a:endParaRPr lang="en-US" altLang="en-US" b="1" dirty="0">
              <a:solidFill>
                <a:srgbClr val="006699"/>
              </a:solidFill>
              <a:latin typeface="+mj-lt"/>
            </a:endParaRPr>
          </a:p>
          <a:p>
            <a:pPr lvl="1"/>
            <a:r>
              <a:rPr lang="en-US" altLang="en-US" dirty="0"/>
              <a:t> Windows threads</a:t>
            </a:r>
          </a:p>
          <a:p>
            <a:pPr lvl="1"/>
            <a:r>
              <a:rPr lang="en-US" altLang="en-US" dirty="0"/>
              <a:t> Java threads</a:t>
            </a:r>
          </a:p>
          <a:p>
            <a:r>
              <a:rPr lang="en-US" altLang="en-US" b="1" dirty="0">
                <a:solidFill>
                  <a:srgbClr val="006699"/>
                </a:solidFill>
                <a:latin typeface="+mj-lt"/>
              </a:rPr>
              <a:t>Kernel threads </a:t>
            </a:r>
            <a:r>
              <a:rPr lang="en-US" altLang="en-US" dirty="0"/>
              <a:t>- Supported by the Kernel</a:t>
            </a:r>
          </a:p>
          <a:p>
            <a:r>
              <a:rPr lang="en-US" altLang="en-US" dirty="0"/>
              <a:t>Examples – virtually all general-purpose operating systems, including:</a:t>
            </a:r>
          </a:p>
          <a:p>
            <a:pPr lvl="1"/>
            <a:r>
              <a:rPr lang="en-US" altLang="en-US" dirty="0"/>
              <a:t>Windows </a:t>
            </a:r>
          </a:p>
          <a:p>
            <a:pPr lvl="1"/>
            <a:r>
              <a:rPr lang="en-US" altLang="en-US" dirty="0"/>
              <a:t>Linux</a:t>
            </a:r>
          </a:p>
          <a:p>
            <a:pPr lvl="1"/>
            <a:r>
              <a:rPr lang="en-US" altLang="en-US" dirty="0"/>
              <a:t>Mac OS X</a:t>
            </a:r>
          </a:p>
          <a:p>
            <a:pPr lvl="1"/>
            <a:r>
              <a:rPr lang="en-US" altLang="en-US" dirty="0"/>
              <a:t>iOS</a:t>
            </a:r>
          </a:p>
          <a:p>
            <a:pPr lvl="1"/>
            <a:r>
              <a:rPr lang="en-US" altLang="en-US" dirty="0"/>
              <a:t>Android</a:t>
            </a:r>
          </a:p>
          <a:p>
            <a:pPr lvl="1"/>
            <a:endParaRPr lang="en-US" alt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Title 1">
            <a:extLst>
              <a:ext uri="{FF2B5EF4-FFF2-40B4-BE49-F238E27FC236}">
                <a16:creationId xmlns:a16="http://schemas.microsoft.com/office/drawing/2014/main" id="{13ED592C-0C4E-45A3-A96C-C192AD9464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User and Kernel Threads</a:t>
            </a:r>
          </a:p>
        </p:txBody>
      </p:sp>
      <p:pic>
        <p:nvPicPr>
          <p:cNvPr id="30722" name="Picture 1">
            <a:extLst>
              <a:ext uri="{FF2B5EF4-FFF2-40B4-BE49-F238E27FC236}">
                <a16:creationId xmlns:a16="http://schemas.microsoft.com/office/drawing/2014/main" id="{2BDB5D90-D947-41F8-BDFE-DD7C4ED2F1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0938" y="1901825"/>
            <a:ext cx="4826000" cy="2660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Rectangle 2">
            <a:extLst>
              <a:ext uri="{FF2B5EF4-FFF2-40B4-BE49-F238E27FC236}">
                <a16:creationId xmlns:a16="http://schemas.microsoft.com/office/drawing/2014/main" id="{27C60FED-BD89-4655-8023-6D89846C219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26237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Multithreading Models</a:t>
            </a:r>
          </a:p>
        </p:txBody>
      </p:sp>
      <p:sp>
        <p:nvSpPr>
          <p:cNvPr id="31746" name="Rectangle 3">
            <a:extLst>
              <a:ext uri="{FF2B5EF4-FFF2-40B4-BE49-F238E27FC236}">
                <a16:creationId xmlns:a16="http://schemas.microsoft.com/office/drawing/2014/main" id="{0986761F-3FB5-4AD0-B6CE-CA9BD246E11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/>
              <a:t>Many-to-One</a:t>
            </a:r>
          </a:p>
          <a:p>
            <a:r>
              <a:rPr lang="en-US" altLang="en-US" dirty="0"/>
              <a:t>One-to-One</a:t>
            </a:r>
          </a:p>
          <a:p>
            <a:r>
              <a:rPr lang="en-US" altLang="en-US" dirty="0"/>
              <a:t>Many-to-Many</a:t>
            </a:r>
          </a:p>
          <a:p>
            <a:endParaRPr lang="en-US" alt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Rectangle 2">
            <a:extLst>
              <a:ext uri="{FF2B5EF4-FFF2-40B4-BE49-F238E27FC236}">
                <a16:creationId xmlns:a16="http://schemas.microsoft.com/office/drawing/2014/main" id="{1428C89C-D1C7-44B6-B4FD-1F83ABA1D42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22868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Many-to-One</a:t>
            </a:r>
          </a:p>
        </p:txBody>
      </p:sp>
      <p:sp>
        <p:nvSpPr>
          <p:cNvPr id="33794" name="Rectangle 3">
            <a:extLst>
              <a:ext uri="{FF2B5EF4-FFF2-40B4-BE49-F238E27FC236}">
                <a16:creationId xmlns:a16="http://schemas.microsoft.com/office/drawing/2014/main" id="{5D915EFA-C388-487C-B6EF-E80827050A3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06450" y="1233488"/>
            <a:ext cx="7721730" cy="4530725"/>
          </a:xfrm>
        </p:spPr>
        <p:txBody>
          <a:bodyPr/>
          <a:lstStyle/>
          <a:p>
            <a:r>
              <a:rPr lang="en-US" altLang="en-US" dirty="0"/>
              <a:t>Many user-level threads mapped to single kernel thread</a:t>
            </a:r>
          </a:p>
          <a:p>
            <a:r>
              <a:rPr lang="en-US" altLang="en-US" dirty="0"/>
              <a:t>One thread blocking causes all to block</a:t>
            </a:r>
          </a:p>
          <a:p>
            <a:r>
              <a:rPr lang="en-US" altLang="en-US" dirty="0"/>
              <a:t>Multiple threads may not run in parallel on multicore system because only one may be in kernel at a time</a:t>
            </a:r>
          </a:p>
          <a:p>
            <a:r>
              <a:rPr lang="en-US" altLang="en-US" dirty="0"/>
              <a:t>Few systems currently use this model</a:t>
            </a:r>
          </a:p>
          <a:p>
            <a:r>
              <a:rPr lang="en-US" altLang="en-US" dirty="0"/>
              <a:t>Examples:</a:t>
            </a:r>
          </a:p>
          <a:p>
            <a:pPr lvl="1"/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Solaris Green Threads</a:t>
            </a:r>
          </a:p>
          <a:p>
            <a:pPr lvl="1"/>
            <a:r>
              <a:rPr lang="en-US" altLang="en-US" b="1" dirty="0">
                <a:solidFill>
                  <a:srgbClr val="006699"/>
                </a:solidFill>
                <a:latin typeface="+mj-lt"/>
              </a:rPr>
              <a:t>GNU Portable Threads</a:t>
            </a:r>
          </a:p>
        </p:txBody>
      </p:sp>
      <p:pic>
        <p:nvPicPr>
          <p:cNvPr id="33795" name="Picture 1">
            <a:extLst>
              <a:ext uri="{FF2B5EF4-FFF2-40B4-BE49-F238E27FC236}">
                <a16:creationId xmlns:a16="http://schemas.microsoft.com/office/drawing/2014/main" id="{6B215585-915F-44AD-918A-FBC0A438F83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68955" y="3672082"/>
            <a:ext cx="3959225" cy="2171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Rectangle 2">
            <a:extLst>
              <a:ext uri="{FF2B5EF4-FFF2-40B4-BE49-F238E27FC236}">
                <a16:creationId xmlns:a16="http://schemas.microsoft.com/office/drawing/2014/main" id="{4FBEFB0E-7F3F-4EF4-9827-FE005FBB4E9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24522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One-to-One</a:t>
            </a:r>
          </a:p>
        </p:txBody>
      </p:sp>
      <p:sp>
        <p:nvSpPr>
          <p:cNvPr id="35842" name="Rectangle 3">
            <a:extLst>
              <a:ext uri="{FF2B5EF4-FFF2-40B4-BE49-F238E27FC236}">
                <a16:creationId xmlns:a16="http://schemas.microsoft.com/office/drawing/2014/main" id="{C9353153-B94C-4BC4-A944-80F7FC0E319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06449" y="1233488"/>
            <a:ext cx="7628423" cy="4530725"/>
          </a:xfrm>
        </p:spPr>
        <p:txBody>
          <a:bodyPr/>
          <a:lstStyle/>
          <a:p>
            <a:r>
              <a:rPr lang="en-US" altLang="en-US" dirty="0"/>
              <a:t>Each user-level thread maps to kernel thread</a:t>
            </a:r>
          </a:p>
          <a:p>
            <a:r>
              <a:rPr lang="en-US" altLang="en-US" dirty="0"/>
              <a:t>Creating a user-level thread creates a kernel thread</a:t>
            </a:r>
          </a:p>
          <a:p>
            <a:r>
              <a:rPr lang="en-US" altLang="en-US" dirty="0"/>
              <a:t>More concurrency than many-to-one</a:t>
            </a:r>
          </a:p>
          <a:p>
            <a:r>
              <a:rPr lang="en-US" altLang="en-US" dirty="0"/>
              <a:t>Number of threads per process sometimes restricted due to overhead</a:t>
            </a:r>
          </a:p>
          <a:p>
            <a:r>
              <a:rPr lang="en-US" altLang="en-US" dirty="0"/>
              <a:t>Examples</a:t>
            </a:r>
          </a:p>
          <a:p>
            <a:pPr lvl="1"/>
            <a:r>
              <a:rPr lang="en-US" altLang="en-US" dirty="0"/>
              <a:t>Windows</a:t>
            </a:r>
          </a:p>
          <a:p>
            <a:pPr lvl="1"/>
            <a:r>
              <a:rPr lang="en-US" altLang="en-US" dirty="0"/>
              <a:t>Linux</a:t>
            </a:r>
          </a:p>
        </p:txBody>
      </p:sp>
      <p:pic>
        <p:nvPicPr>
          <p:cNvPr id="35843" name="Picture 1">
            <a:extLst>
              <a:ext uri="{FF2B5EF4-FFF2-40B4-BE49-F238E27FC236}">
                <a16:creationId xmlns:a16="http://schemas.microsoft.com/office/drawing/2014/main" id="{EF8F904A-031A-45E1-82C4-C375DF8A63A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84625" y="3349625"/>
            <a:ext cx="3914775" cy="2171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Rectangle 2">
            <a:extLst>
              <a:ext uri="{FF2B5EF4-FFF2-40B4-BE49-F238E27FC236}">
                <a16:creationId xmlns:a16="http://schemas.microsoft.com/office/drawing/2014/main" id="{C6AC490D-7E71-499F-80A2-0817A44950E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24522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Many-to-Many Model</a:t>
            </a:r>
          </a:p>
        </p:txBody>
      </p:sp>
      <p:sp>
        <p:nvSpPr>
          <p:cNvPr id="37890" name="Rectangle 3">
            <a:extLst>
              <a:ext uri="{FF2B5EF4-FFF2-40B4-BE49-F238E27FC236}">
                <a16:creationId xmlns:a16="http://schemas.microsoft.com/office/drawing/2014/main" id="{6A3ECDFD-78CA-4E72-9500-110C1790829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27088" y="1155700"/>
            <a:ext cx="7607785" cy="4445000"/>
          </a:xfrm>
        </p:spPr>
        <p:txBody>
          <a:bodyPr/>
          <a:lstStyle/>
          <a:p>
            <a:r>
              <a:rPr lang="en-US" altLang="en-US" dirty="0"/>
              <a:t>Allows many user level threads to be mapped to many kernel threads</a:t>
            </a:r>
          </a:p>
          <a:p>
            <a:r>
              <a:rPr lang="en-US" altLang="en-US" dirty="0"/>
              <a:t>Allows the  operating system to create a sufficient number of kernel threads</a:t>
            </a:r>
          </a:p>
          <a:p>
            <a:r>
              <a:rPr lang="en-US" altLang="en-US" dirty="0"/>
              <a:t>Windows  with the </a:t>
            </a:r>
            <a:r>
              <a:rPr lang="en-US" altLang="en-US" i="1" dirty="0" err="1"/>
              <a:t>ThreadFiber</a:t>
            </a:r>
            <a:r>
              <a:rPr lang="en-US" altLang="en-US" dirty="0"/>
              <a:t> package</a:t>
            </a:r>
          </a:p>
          <a:p>
            <a:r>
              <a:rPr lang="en-US" altLang="en-US" dirty="0"/>
              <a:t>Otherwise not very common</a:t>
            </a:r>
          </a:p>
        </p:txBody>
      </p:sp>
      <p:pic>
        <p:nvPicPr>
          <p:cNvPr id="37891" name="Picture 1">
            <a:extLst>
              <a:ext uri="{FF2B5EF4-FFF2-40B4-BE49-F238E27FC236}">
                <a16:creationId xmlns:a16="http://schemas.microsoft.com/office/drawing/2014/main" id="{CCAA589D-3ED6-47FF-8B49-15D8580890C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3378200"/>
            <a:ext cx="3943350" cy="2171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Rectangle 2">
            <a:extLst>
              <a:ext uri="{FF2B5EF4-FFF2-40B4-BE49-F238E27FC236}">
                <a16:creationId xmlns:a16="http://schemas.microsoft.com/office/drawing/2014/main" id="{A98DC882-9265-4F2A-AAAB-DD166A263E2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28830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Two-level Model</a:t>
            </a:r>
          </a:p>
        </p:txBody>
      </p:sp>
      <p:sp>
        <p:nvSpPr>
          <p:cNvPr id="39938" name="Rectangle 3">
            <a:extLst>
              <a:ext uri="{FF2B5EF4-FFF2-40B4-BE49-F238E27FC236}">
                <a16:creationId xmlns:a16="http://schemas.microsoft.com/office/drawing/2014/main" id="{A2E2CD6A-C625-47A4-91CD-EAFB177081E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9787" y="1155700"/>
            <a:ext cx="7641739" cy="4456113"/>
          </a:xfrm>
        </p:spPr>
        <p:txBody>
          <a:bodyPr/>
          <a:lstStyle/>
          <a:p>
            <a:r>
              <a:rPr lang="en-US" altLang="en-US" dirty="0"/>
              <a:t>Similar to M:M, except that it allows a user thread to be </a:t>
            </a:r>
            <a:r>
              <a:rPr lang="en-US" altLang="en-US" b="1" dirty="0"/>
              <a:t>bound</a:t>
            </a:r>
            <a:r>
              <a:rPr lang="en-US" altLang="en-US" dirty="0"/>
              <a:t> to kernel thread</a:t>
            </a:r>
          </a:p>
        </p:txBody>
      </p:sp>
      <p:pic>
        <p:nvPicPr>
          <p:cNvPr id="39939" name="Picture 1">
            <a:extLst>
              <a:ext uri="{FF2B5EF4-FFF2-40B4-BE49-F238E27FC236}">
                <a16:creationId xmlns:a16="http://schemas.microsoft.com/office/drawing/2014/main" id="{95426A68-78A8-483B-AE90-0C4299BC760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51100" y="2336800"/>
            <a:ext cx="4222750" cy="2171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Title 1">
            <a:extLst>
              <a:ext uri="{FF2B5EF4-FFF2-40B4-BE49-F238E27FC236}">
                <a16:creationId xmlns:a16="http://schemas.microsoft.com/office/drawing/2014/main" id="{26BE45F0-3DE5-4D5E-A6DF-893325F249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16906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Thread Libraries</a:t>
            </a:r>
          </a:p>
        </p:txBody>
      </p:sp>
      <p:sp>
        <p:nvSpPr>
          <p:cNvPr id="41986" name="Content Placeholder 2">
            <a:extLst>
              <a:ext uri="{FF2B5EF4-FFF2-40B4-BE49-F238E27FC236}">
                <a16:creationId xmlns:a16="http://schemas.microsoft.com/office/drawing/2014/main" id="{656EC163-3A42-463F-98B9-34FCCA5B73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4442" y="1233488"/>
            <a:ext cx="7703067" cy="4530725"/>
          </a:xfrm>
        </p:spPr>
        <p:txBody>
          <a:bodyPr/>
          <a:lstStyle/>
          <a:p>
            <a:r>
              <a:rPr lang="en-US" altLang="en-US" b="1" dirty="0">
                <a:solidFill>
                  <a:srgbClr val="3366FF"/>
                </a:solidFill>
              </a:rPr>
              <a:t>Thread library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provides programmer with API for creating and managing threads</a:t>
            </a:r>
          </a:p>
          <a:p>
            <a:r>
              <a:rPr lang="en-US" altLang="en-US" dirty="0"/>
              <a:t>Two primary ways of implementing</a:t>
            </a:r>
          </a:p>
          <a:p>
            <a:pPr lvl="1"/>
            <a:r>
              <a:rPr lang="en-US" altLang="en-US" dirty="0"/>
              <a:t>Library entirely in user space</a:t>
            </a:r>
          </a:p>
          <a:p>
            <a:pPr lvl="1"/>
            <a:r>
              <a:rPr lang="en-US" altLang="en-US" dirty="0"/>
              <a:t>Kernel-level library supported by the OS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Rectangle 2">
            <a:extLst>
              <a:ext uri="{FF2B5EF4-FFF2-40B4-BE49-F238E27FC236}">
                <a16:creationId xmlns:a16="http://schemas.microsoft.com/office/drawing/2014/main" id="{8F382B6E-9987-479D-9B85-186AB98DDD4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20275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 err="1"/>
              <a:t>Pthreads</a:t>
            </a:r>
            <a:endParaRPr lang="en-US" altLang="en-US" dirty="0"/>
          </a:p>
        </p:txBody>
      </p:sp>
      <p:sp>
        <p:nvSpPr>
          <p:cNvPr id="44034" name="Rectangle 3">
            <a:extLst>
              <a:ext uri="{FF2B5EF4-FFF2-40B4-BE49-F238E27FC236}">
                <a16:creationId xmlns:a16="http://schemas.microsoft.com/office/drawing/2014/main" id="{9DE6F01A-727E-4FA1-9360-3180865E3C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58416" y="1233488"/>
            <a:ext cx="7613780" cy="4465637"/>
          </a:xfrm>
        </p:spPr>
        <p:txBody>
          <a:bodyPr/>
          <a:lstStyle/>
          <a:p>
            <a:r>
              <a:rPr lang="en-US" altLang="en-US" dirty="0"/>
              <a:t>May be provided either as user-level or kernel-level</a:t>
            </a:r>
          </a:p>
          <a:p>
            <a:r>
              <a:rPr lang="en-US" altLang="en-US" dirty="0"/>
              <a:t>A POSIX standard (IEEE 1003.1c) API for thread creation and synchronization</a:t>
            </a:r>
          </a:p>
          <a:p>
            <a:r>
              <a:rPr lang="en-US" altLang="en-US" b="1" i="1" dirty="0"/>
              <a:t>Specification</a:t>
            </a:r>
            <a:r>
              <a:rPr lang="en-US" altLang="en-US" dirty="0"/>
              <a:t>, not </a:t>
            </a:r>
            <a:r>
              <a:rPr lang="en-US" altLang="en-US" b="1" i="1" dirty="0"/>
              <a:t>implementation</a:t>
            </a:r>
            <a:endParaRPr lang="en-US" altLang="en-US" dirty="0"/>
          </a:p>
          <a:p>
            <a:r>
              <a:rPr lang="en-US" altLang="en-US" dirty="0"/>
              <a:t>API specifies behavior of the thread library, implementation is up to development of the library</a:t>
            </a:r>
          </a:p>
          <a:p>
            <a:r>
              <a:rPr lang="en-US" altLang="en-US" dirty="0"/>
              <a:t>Common in UNIX operating systems (Linux &amp; Mac OS X)</a:t>
            </a:r>
          </a:p>
          <a:p>
            <a:pPr>
              <a:buFont typeface="Monotype Sorts" pitchFamily="-84" charset="2"/>
              <a:buNone/>
            </a:pPr>
            <a:endParaRPr lang="en-US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Title 1">
            <a:extLst>
              <a:ext uri="{FF2B5EF4-FFF2-40B4-BE49-F238E27FC236}">
                <a16:creationId xmlns:a16="http://schemas.microsoft.com/office/drawing/2014/main" id="{0043C8C3-F0F7-45F5-8A7A-9650671B09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0275"/>
            <a:ext cx="8229600" cy="576262"/>
          </a:xfrm>
        </p:spPr>
        <p:txBody>
          <a:bodyPr/>
          <a:lstStyle/>
          <a:p>
            <a:r>
              <a:rPr lang="en-US" altLang="en-US" dirty="0" err="1"/>
              <a:t>Pthreads</a:t>
            </a:r>
            <a:r>
              <a:rPr lang="en-US" altLang="en-US" dirty="0"/>
              <a:t> Example</a:t>
            </a:r>
          </a:p>
        </p:txBody>
      </p:sp>
      <p:pic>
        <p:nvPicPr>
          <p:cNvPr id="46082" name="Picture 1">
            <a:extLst>
              <a:ext uri="{FF2B5EF4-FFF2-40B4-BE49-F238E27FC236}">
                <a16:creationId xmlns:a16="http://schemas.microsoft.com/office/drawing/2014/main" id="{9A3D775D-6FA1-4646-A7D2-CE6E80B510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5863" y="949325"/>
            <a:ext cx="7137400" cy="5359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Title 1">
            <a:extLst>
              <a:ext uri="{FF2B5EF4-FFF2-40B4-BE49-F238E27FC236}">
                <a16:creationId xmlns:a16="http://schemas.microsoft.com/office/drawing/2014/main" id="{9245F2F6-2CCF-4D21-8E1F-CB638D2778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4522"/>
            <a:ext cx="8229600" cy="576262"/>
          </a:xfrm>
        </p:spPr>
        <p:txBody>
          <a:bodyPr/>
          <a:lstStyle/>
          <a:p>
            <a:r>
              <a:rPr lang="en-US" altLang="en-US" dirty="0" err="1"/>
              <a:t>Pthreads</a:t>
            </a:r>
            <a:r>
              <a:rPr lang="en-US" altLang="en-US" dirty="0"/>
              <a:t> Example (Cont.)</a:t>
            </a:r>
          </a:p>
        </p:txBody>
      </p:sp>
      <p:pic>
        <p:nvPicPr>
          <p:cNvPr id="47106" name="Picture 2">
            <a:extLst>
              <a:ext uri="{FF2B5EF4-FFF2-40B4-BE49-F238E27FC236}">
                <a16:creationId xmlns:a16="http://schemas.microsoft.com/office/drawing/2014/main" id="{78685247-D5BA-441C-A8DF-77393E66C5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2600" y="2057400"/>
            <a:ext cx="5638800" cy="2730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Title 1">
            <a:extLst>
              <a:ext uri="{FF2B5EF4-FFF2-40B4-BE49-F238E27FC236}">
                <a16:creationId xmlns:a16="http://schemas.microsoft.com/office/drawing/2014/main" id="{3030B908-CBBC-46B7-AB64-06E0AE91FE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3938" y="222868"/>
            <a:ext cx="7793037" cy="576262"/>
          </a:xfrm>
        </p:spPr>
        <p:txBody>
          <a:bodyPr/>
          <a:lstStyle/>
          <a:p>
            <a:r>
              <a:rPr lang="en-US" altLang="en-US" dirty="0" err="1"/>
              <a:t>Pthreads</a:t>
            </a:r>
            <a:r>
              <a:rPr lang="en-US" altLang="en-US" dirty="0"/>
              <a:t> Code for Joining 10 Threads</a:t>
            </a:r>
          </a:p>
        </p:txBody>
      </p:sp>
      <p:pic>
        <p:nvPicPr>
          <p:cNvPr id="48130" name="Picture 1">
            <a:extLst>
              <a:ext uri="{FF2B5EF4-FFF2-40B4-BE49-F238E27FC236}">
                <a16:creationId xmlns:a16="http://schemas.microsoft.com/office/drawing/2014/main" id="{67BD81D9-A50E-47F3-9F79-4E6B618DDE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52613" y="1447800"/>
            <a:ext cx="5438775" cy="213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Title 1">
            <a:extLst>
              <a:ext uri="{FF2B5EF4-FFF2-40B4-BE49-F238E27FC236}">
                <a16:creationId xmlns:a16="http://schemas.microsoft.com/office/drawing/2014/main" id="{7CECD3BA-62CC-49CF-A3B0-2E894A8AF2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1176" y="226237"/>
            <a:ext cx="8615524" cy="576262"/>
          </a:xfrm>
        </p:spPr>
        <p:txBody>
          <a:bodyPr/>
          <a:lstStyle/>
          <a:p>
            <a:r>
              <a:rPr lang="en-US" altLang="en-US" dirty="0"/>
              <a:t>Windows  Multithreaded C Program</a:t>
            </a:r>
          </a:p>
        </p:txBody>
      </p:sp>
      <p:pic>
        <p:nvPicPr>
          <p:cNvPr id="49154" name="Picture 1">
            <a:extLst>
              <a:ext uri="{FF2B5EF4-FFF2-40B4-BE49-F238E27FC236}">
                <a16:creationId xmlns:a16="http://schemas.microsoft.com/office/drawing/2014/main" id="{059F8F90-7DAA-4C82-9441-2A6B6B6451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3200" y="1905000"/>
            <a:ext cx="6184900" cy="304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" name="Title 1">
            <a:extLst>
              <a:ext uri="{FF2B5EF4-FFF2-40B4-BE49-F238E27FC236}">
                <a16:creationId xmlns:a16="http://schemas.microsoft.com/office/drawing/2014/main" id="{1E8315E7-366C-43D5-A792-8CEC9E0CAC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4359" y="222868"/>
            <a:ext cx="8026141" cy="576262"/>
          </a:xfrm>
        </p:spPr>
        <p:txBody>
          <a:bodyPr/>
          <a:lstStyle/>
          <a:p>
            <a:r>
              <a:rPr lang="en-US" altLang="en-US" sz="3000" dirty="0"/>
              <a:t>Windows  Multithreaded C Program (Cont.)</a:t>
            </a:r>
          </a:p>
        </p:txBody>
      </p:sp>
      <p:pic>
        <p:nvPicPr>
          <p:cNvPr id="50178" name="Picture 3">
            <a:extLst>
              <a:ext uri="{FF2B5EF4-FFF2-40B4-BE49-F238E27FC236}">
                <a16:creationId xmlns:a16="http://schemas.microsoft.com/office/drawing/2014/main" id="{52F3D5AE-9E92-48CC-B027-69AF987155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7638" y="893763"/>
            <a:ext cx="6540500" cy="576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1" name="Rectangle 4">
            <a:extLst>
              <a:ext uri="{FF2B5EF4-FFF2-40B4-BE49-F238E27FC236}">
                <a16:creationId xmlns:a16="http://schemas.microsoft.com/office/drawing/2014/main" id="{C1AEEAB0-CD68-4885-8DE2-6E1B4D4613A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26237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Java Threads</a:t>
            </a:r>
          </a:p>
        </p:txBody>
      </p:sp>
      <p:sp>
        <p:nvSpPr>
          <p:cNvPr id="51202" name="Rectangle 5">
            <a:extLst>
              <a:ext uri="{FF2B5EF4-FFF2-40B4-BE49-F238E27FC236}">
                <a16:creationId xmlns:a16="http://schemas.microsoft.com/office/drawing/2014/main" id="{570CFFC5-7BD7-485F-B933-EB13E069C18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11213" y="1231900"/>
            <a:ext cx="7688975" cy="3746500"/>
          </a:xfrm>
        </p:spPr>
        <p:txBody>
          <a:bodyPr/>
          <a:lstStyle/>
          <a:p>
            <a:r>
              <a:rPr lang="en-US" altLang="en-US" dirty="0"/>
              <a:t>Java threads are managed by the JVM</a:t>
            </a:r>
          </a:p>
          <a:p>
            <a:r>
              <a:rPr lang="en-US" altLang="en-US" dirty="0"/>
              <a:t>Typically implemented using the threads model provided by underlying OS</a:t>
            </a:r>
          </a:p>
          <a:p>
            <a:r>
              <a:rPr lang="en-US" altLang="en-US" dirty="0"/>
              <a:t>Java threads may be created by:</a:t>
            </a:r>
          </a:p>
          <a:p>
            <a:pPr lvl="1"/>
            <a:r>
              <a:rPr lang="en-US" altLang="en-US" dirty="0"/>
              <a:t>Extending Thread class</a:t>
            </a:r>
          </a:p>
          <a:p>
            <a:pPr lvl="1"/>
            <a:r>
              <a:rPr lang="en-US" altLang="en-US" dirty="0"/>
              <a:t>Implementing the Runnable interface</a:t>
            </a:r>
            <a:br>
              <a:rPr lang="en-US" altLang="en-US" dirty="0"/>
            </a:br>
            <a:r>
              <a:rPr lang="en-US" altLang="en-US" dirty="0"/>
              <a:t/>
            </a:r>
            <a:br>
              <a:rPr lang="en-US" altLang="en-US" dirty="0"/>
            </a:br>
            <a:r>
              <a:rPr lang="en-US" altLang="en-US" dirty="0"/>
              <a:t/>
            </a:r>
            <a:br>
              <a:rPr lang="en-US" altLang="en-US" dirty="0"/>
            </a:br>
            <a:r>
              <a:rPr lang="en-US" altLang="en-US" dirty="0"/>
              <a:t/>
            </a:r>
            <a:br>
              <a:rPr lang="en-US" altLang="en-US" dirty="0"/>
            </a:br>
            <a:endParaRPr lang="en-US" altLang="en-US" dirty="0"/>
          </a:p>
          <a:p>
            <a:pPr marL="457200" lvl="1" indent="0">
              <a:buNone/>
            </a:pPr>
            <a:endParaRPr lang="en-US" altLang="en-US" sz="900" dirty="0"/>
          </a:p>
          <a:p>
            <a:pPr lvl="1"/>
            <a:r>
              <a:rPr lang="en-US" altLang="en-US" dirty="0"/>
              <a:t>Standard practice is to implement Runnable interface</a:t>
            </a:r>
            <a:br>
              <a:rPr lang="en-US" altLang="en-US" dirty="0"/>
            </a:br>
            <a:endParaRPr lang="en-US" altLang="en-US" dirty="0"/>
          </a:p>
        </p:txBody>
      </p:sp>
      <p:pic>
        <p:nvPicPr>
          <p:cNvPr id="51203" name="Picture 1" descr="Screen Shot 2012-12-04 at 9.09.28 PM.png">
            <a:extLst>
              <a:ext uri="{FF2B5EF4-FFF2-40B4-BE49-F238E27FC236}">
                <a16:creationId xmlns:a16="http://schemas.microsoft.com/office/drawing/2014/main" id="{0C728E61-EF06-4D16-9CCE-0AA7C7626B2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8675" y="3503613"/>
            <a:ext cx="3773488" cy="1130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49" name="Title 1">
            <a:extLst>
              <a:ext uri="{FF2B5EF4-FFF2-40B4-BE49-F238E27FC236}">
                <a16:creationId xmlns:a16="http://schemas.microsoft.com/office/drawing/2014/main" id="{C60F206A-FBEA-44F3-B6C2-45680ED56A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4522"/>
            <a:ext cx="8229600" cy="576262"/>
          </a:xfrm>
        </p:spPr>
        <p:txBody>
          <a:bodyPr/>
          <a:lstStyle/>
          <a:p>
            <a:r>
              <a:rPr lang="en-US" altLang="en-US" dirty="0"/>
              <a:t>Java Threads</a:t>
            </a:r>
          </a:p>
        </p:txBody>
      </p:sp>
      <p:sp>
        <p:nvSpPr>
          <p:cNvPr id="53250" name="TextBox 2">
            <a:extLst>
              <a:ext uri="{FF2B5EF4-FFF2-40B4-BE49-F238E27FC236}">
                <a16:creationId xmlns:a16="http://schemas.microsoft.com/office/drawing/2014/main" id="{93AD19CF-3C73-477D-B858-C3606B2B5F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1413" y="1062038"/>
            <a:ext cx="46577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-84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-84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SzPct val="7500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b="1">
                <a:latin typeface="Verdana" panose="020B0604030504040204" pitchFamily="34" charset="0"/>
              </a:rPr>
              <a:t>Implementing Runnable interface:</a:t>
            </a:r>
          </a:p>
        </p:txBody>
      </p:sp>
      <p:pic>
        <p:nvPicPr>
          <p:cNvPr id="53251" name="Picture 3">
            <a:extLst>
              <a:ext uri="{FF2B5EF4-FFF2-40B4-BE49-F238E27FC236}">
                <a16:creationId xmlns:a16="http://schemas.microsoft.com/office/drawing/2014/main" id="{3A6E59B6-1369-4D02-9B41-9466C54EE0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3875" y="1492250"/>
            <a:ext cx="4826000" cy="157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3252" name="Rectangle 4">
            <a:extLst>
              <a:ext uri="{FF2B5EF4-FFF2-40B4-BE49-F238E27FC236}">
                <a16:creationId xmlns:a16="http://schemas.microsoft.com/office/drawing/2014/main" id="{5D600B74-6680-4450-BB6F-CBCFF22AA8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4438" y="3014663"/>
            <a:ext cx="25463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-84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-84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SzPct val="7500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b="1">
                <a:latin typeface="Verdana" panose="020B0604030504040204" pitchFamily="34" charset="0"/>
              </a:rPr>
              <a:t>Creating a thread:</a:t>
            </a:r>
          </a:p>
        </p:txBody>
      </p:sp>
      <p:pic>
        <p:nvPicPr>
          <p:cNvPr id="53253" name="Picture 5">
            <a:extLst>
              <a:ext uri="{FF2B5EF4-FFF2-40B4-BE49-F238E27FC236}">
                <a16:creationId xmlns:a16="http://schemas.microsoft.com/office/drawing/2014/main" id="{3157C5FE-DF44-43EE-B465-730C09A7D09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9413" y="3494088"/>
            <a:ext cx="4800600" cy="736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3254" name="Rectangle 6">
            <a:extLst>
              <a:ext uri="{FF2B5EF4-FFF2-40B4-BE49-F238E27FC236}">
                <a16:creationId xmlns:a16="http://schemas.microsoft.com/office/drawing/2014/main" id="{B7EDA4AE-092F-4D4E-9689-344AD518F9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4438" y="4219575"/>
            <a:ext cx="2849562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-84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-84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SzPct val="7500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b="1">
                <a:latin typeface="Verdana" panose="020B0604030504040204" pitchFamily="34" charset="0"/>
              </a:rPr>
              <a:t>Waiting on a thread:</a:t>
            </a:r>
          </a:p>
        </p:txBody>
      </p:sp>
      <p:pic>
        <p:nvPicPr>
          <p:cNvPr id="53255" name="Picture 7">
            <a:extLst>
              <a:ext uri="{FF2B5EF4-FFF2-40B4-BE49-F238E27FC236}">
                <a16:creationId xmlns:a16="http://schemas.microsoft.com/office/drawing/2014/main" id="{6EBBEE03-6B80-4FB8-8BA5-A69C6B30746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3875" y="4657725"/>
            <a:ext cx="4114800" cy="127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Title 1">
            <a:extLst>
              <a:ext uri="{FF2B5EF4-FFF2-40B4-BE49-F238E27FC236}">
                <a16:creationId xmlns:a16="http://schemas.microsoft.com/office/drawing/2014/main" id="{13BB46A0-1D14-4FC6-A460-C90F6E2D37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Java Executor Framework</a:t>
            </a:r>
          </a:p>
        </p:txBody>
      </p:sp>
      <p:sp>
        <p:nvSpPr>
          <p:cNvPr id="54274" name="Content Placeholder 2">
            <a:extLst>
              <a:ext uri="{FF2B5EF4-FFF2-40B4-BE49-F238E27FC236}">
                <a16:creationId xmlns:a16="http://schemas.microsoft.com/office/drawing/2014/main" id="{0D32A769-ACA8-4BB5-9FC7-1A36C936DB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Rather than explicitly creating threads, Java also allows thread creation around the Executor interface:</a:t>
            </a:r>
            <a:br>
              <a:rPr lang="en-US" altLang="en-US"/>
            </a:br>
            <a:r>
              <a:rPr lang="en-US" altLang="en-US"/>
              <a:t/>
            </a:r>
            <a:br>
              <a:rPr lang="en-US" altLang="en-US"/>
            </a:br>
            <a:r>
              <a:rPr lang="en-US" altLang="en-US"/>
              <a:t/>
            </a:r>
            <a:br>
              <a:rPr lang="en-US" altLang="en-US"/>
            </a:br>
            <a:r>
              <a:rPr lang="en-US" altLang="en-US"/>
              <a:t/>
            </a:r>
            <a:br>
              <a:rPr lang="en-US" altLang="en-US"/>
            </a:br>
            <a:r>
              <a:rPr lang="en-US" altLang="en-US"/>
              <a:t/>
            </a:r>
            <a:br>
              <a:rPr lang="en-US" altLang="en-US"/>
            </a:br>
            <a:r>
              <a:rPr lang="en-US" altLang="en-US"/>
              <a:t/>
            </a:r>
            <a:br>
              <a:rPr lang="en-US" altLang="en-US"/>
            </a:br>
            <a:endParaRPr lang="en-US" altLang="en-US"/>
          </a:p>
          <a:p>
            <a:r>
              <a:rPr lang="en-US" altLang="en-US"/>
              <a:t>The Executor is used as follows:</a:t>
            </a:r>
            <a:br>
              <a:rPr lang="en-US" altLang="en-US"/>
            </a:br>
            <a:r>
              <a:rPr lang="en-US" altLang="en-US"/>
              <a:t/>
            </a:r>
            <a:br>
              <a:rPr lang="en-US" altLang="en-US"/>
            </a:br>
            <a:endParaRPr lang="en-US" altLang="en-US"/>
          </a:p>
        </p:txBody>
      </p:sp>
      <p:pic>
        <p:nvPicPr>
          <p:cNvPr id="54275" name="Picture 3">
            <a:extLst>
              <a:ext uri="{FF2B5EF4-FFF2-40B4-BE49-F238E27FC236}">
                <a16:creationId xmlns:a16="http://schemas.microsoft.com/office/drawing/2014/main" id="{925F2420-3B38-4BBF-95DB-0D1FB6F500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51063" y="1982788"/>
            <a:ext cx="4267200" cy="1168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4276" name="Picture 4">
            <a:extLst>
              <a:ext uri="{FF2B5EF4-FFF2-40B4-BE49-F238E27FC236}">
                <a16:creationId xmlns:a16="http://schemas.microsoft.com/office/drawing/2014/main" id="{83D93813-F376-44DC-802B-F865A1A1049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0913" y="4083050"/>
            <a:ext cx="3695700" cy="749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7" name="Title 1">
            <a:extLst>
              <a:ext uri="{FF2B5EF4-FFF2-40B4-BE49-F238E27FC236}">
                <a16:creationId xmlns:a16="http://schemas.microsoft.com/office/drawing/2014/main" id="{59A55039-19E6-4761-9A88-54FE62723D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Java Executor Framework</a:t>
            </a:r>
          </a:p>
        </p:txBody>
      </p:sp>
      <p:pic>
        <p:nvPicPr>
          <p:cNvPr id="55298" name="Picture 4">
            <a:extLst>
              <a:ext uri="{FF2B5EF4-FFF2-40B4-BE49-F238E27FC236}">
                <a16:creationId xmlns:a16="http://schemas.microsoft.com/office/drawing/2014/main" id="{FA43B0FA-FE5E-400F-8A43-708B3CC293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6600" y="1389063"/>
            <a:ext cx="6019800" cy="4432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Title 1">
            <a:extLst>
              <a:ext uri="{FF2B5EF4-FFF2-40B4-BE49-F238E27FC236}">
                <a16:creationId xmlns:a16="http://schemas.microsoft.com/office/drawing/2014/main" id="{D3D9F2F0-9A6E-4213-BD42-4A873B7051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Java Executor Framework (Cont.)</a:t>
            </a:r>
          </a:p>
        </p:txBody>
      </p:sp>
      <p:pic>
        <p:nvPicPr>
          <p:cNvPr id="56322" name="Picture 2">
            <a:extLst>
              <a:ext uri="{FF2B5EF4-FFF2-40B4-BE49-F238E27FC236}">
                <a16:creationId xmlns:a16="http://schemas.microsoft.com/office/drawing/2014/main" id="{60CA2FFB-E1A5-46F6-B0CB-5515AE9794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4700" y="1778000"/>
            <a:ext cx="7581900" cy="3289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Rectangle 2">
            <a:extLst>
              <a:ext uri="{FF2B5EF4-FFF2-40B4-BE49-F238E27FC236}">
                <a16:creationId xmlns:a16="http://schemas.microsoft.com/office/drawing/2014/main" id="{F9E55120-F5D0-46C2-82BE-CA6606138A0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19499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Implicit Threading</a:t>
            </a:r>
          </a:p>
        </p:txBody>
      </p:sp>
      <p:sp>
        <p:nvSpPr>
          <p:cNvPr id="57346" name="Rectangle 3">
            <a:extLst>
              <a:ext uri="{FF2B5EF4-FFF2-40B4-BE49-F238E27FC236}">
                <a16:creationId xmlns:a16="http://schemas.microsoft.com/office/drawing/2014/main" id="{FC74C183-73E7-433E-B44B-AE297348A81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06449" y="1233488"/>
            <a:ext cx="7684407" cy="4478337"/>
          </a:xfrm>
        </p:spPr>
        <p:txBody>
          <a:bodyPr/>
          <a:lstStyle/>
          <a:p>
            <a:r>
              <a:rPr lang="en-US" altLang="en-US" dirty="0"/>
              <a:t>Growing in popularity as numbers of threads increase, program correctness more difficult with explicit threads</a:t>
            </a:r>
          </a:p>
          <a:p>
            <a:r>
              <a:rPr lang="en-US" altLang="en-US" dirty="0"/>
              <a:t>Creation and management of threads done by compilers and run-time libraries rather than programmers</a:t>
            </a:r>
          </a:p>
          <a:p>
            <a:r>
              <a:rPr lang="en-US" altLang="en-US" dirty="0"/>
              <a:t>Five methods explored</a:t>
            </a:r>
          </a:p>
          <a:p>
            <a:pPr lvl="1"/>
            <a:r>
              <a:rPr lang="en-US" altLang="en-US" dirty="0"/>
              <a:t>Thread Pools</a:t>
            </a:r>
          </a:p>
          <a:p>
            <a:pPr lvl="1"/>
            <a:r>
              <a:rPr lang="en-US" altLang="en-US" dirty="0"/>
              <a:t>Fork-Join</a:t>
            </a:r>
          </a:p>
          <a:p>
            <a:pPr lvl="1"/>
            <a:r>
              <a:rPr lang="en-US" altLang="en-US" dirty="0"/>
              <a:t>OpenMP</a:t>
            </a:r>
          </a:p>
          <a:p>
            <a:pPr lvl="1"/>
            <a:r>
              <a:rPr lang="en-US" altLang="en-US" dirty="0"/>
              <a:t>Grand Central Dispatch</a:t>
            </a:r>
          </a:p>
          <a:p>
            <a:pPr lvl="1"/>
            <a:r>
              <a:rPr lang="en-US" altLang="en-US" dirty="0"/>
              <a:t>Intel Threading Building Blocks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Rectangle 2">
            <a:extLst>
              <a:ext uri="{FF2B5EF4-FFF2-40B4-BE49-F238E27FC236}">
                <a16:creationId xmlns:a16="http://schemas.microsoft.com/office/drawing/2014/main" id="{407548F8-7BBB-488A-9C64-FEFB3E11957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16130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Thread Pools</a:t>
            </a:r>
          </a:p>
        </p:txBody>
      </p:sp>
      <p:sp>
        <p:nvSpPr>
          <p:cNvPr id="59394" name="Rectangle 3">
            <a:extLst>
              <a:ext uri="{FF2B5EF4-FFF2-40B4-BE49-F238E27FC236}">
                <a16:creationId xmlns:a16="http://schemas.microsoft.com/office/drawing/2014/main" id="{1DAB4466-FF5C-42A6-98D5-F594A5A1782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69949" y="1081088"/>
            <a:ext cx="7686221" cy="4478337"/>
          </a:xfrm>
        </p:spPr>
        <p:txBody>
          <a:bodyPr/>
          <a:lstStyle/>
          <a:p>
            <a:r>
              <a:rPr lang="en-US" altLang="en-US" dirty="0"/>
              <a:t>Create a number of threads in a pool where they await work</a:t>
            </a:r>
          </a:p>
          <a:p>
            <a:r>
              <a:rPr lang="en-US" altLang="en-US" dirty="0"/>
              <a:t>Advantages:</a:t>
            </a:r>
          </a:p>
          <a:p>
            <a:pPr lvl="1"/>
            <a:r>
              <a:rPr lang="en-US" altLang="en-US" dirty="0"/>
              <a:t>Usually slightly faster to service a request with an existing thread than create a new thread</a:t>
            </a:r>
          </a:p>
          <a:p>
            <a:pPr lvl="1"/>
            <a:r>
              <a:rPr lang="en-US" altLang="en-US" dirty="0"/>
              <a:t>Allows the number of threads in the application(s) to be bound to the size of the pool</a:t>
            </a:r>
          </a:p>
          <a:p>
            <a:pPr lvl="1"/>
            <a:r>
              <a:rPr lang="en-US" altLang="en-US" dirty="0"/>
              <a:t>Separating task to be performed from mechanics of creating task allows different strategies for running task</a:t>
            </a:r>
          </a:p>
          <a:p>
            <a:pPr lvl="2"/>
            <a:r>
              <a:rPr lang="en-US" altLang="en-US" dirty="0" err="1"/>
              <a:t>i.e,Tasks</a:t>
            </a:r>
            <a:r>
              <a:rPr lang="en-US" altLang="en-US" dirty="0"/>
              <a:t> could be scheduled to run periodically</a:t>
            </a:r>
          </a:p>
          <a:p>
            <a:r>
              <a:rPr lang="en-US" altLang="en-US" dirty="0"/>
              <a:t>Windows API supports thread pools:</a:t>
            </a:r>
          </a:p>
        </p:txBody>
      </p:sp>
      <p:pic>
        <p:nvPicPr>
          <p:cNvPr id="59395" name="Picture 1" descr="Screen Shot 2012-12-04 at 9.17.42 PM.png">
            <a:extLst>
              <a:ext uri="{FF2B5EF4-FFF2-40B4-BE49-F238E27FC236}">
                <a16:creationId xmlns:a16="http://schemas.microsoft.com/office/drawing/2014/main" id="{D64E1B78-20BD-4FED-BCFF-952D9F2161A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1288" y="4743450"/>
            <a:ext cx="6438900" cy="1423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1" name="Title 1">
            <a:extLst>
              <a:ext uri="{FF2B5EF4-FFF2-40B4-BE49-F238E27FC236}">
                <a16:creationId xmlns:a16="http://schemas.microsoft.com/office/drawing/2014/main" id="{A2B30332-8F67-4C2C-9E06-797B76E5E2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Java Thread Pools</a:t>
            </a:r>
          </a:p>
        </p:txBody>
      </p:sp>
      <p:sp>
        <p:nvSpPr>
          <p:cNvPr id="61442" name="Content Placeholder 2">
            <a:extLst>
              <a:ext uri="{FF2B5EF4-FFF2-40B4-BE49-F238E27FC236}">
                <a16:creationId xmlns:a16="http://schemas.microsoft.com/office/drawing/2014/main" id="{0F2BF71E-EE06-4CCF-82F8-A416029CCF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Three factory methods for creating thread pools in Executors class:</a:t>
            </a:r>
          </a:p>
        </p:txBody>
      </p:sp>
      <p:pic>
        <p:nvPicPr>
          <p:cNvPr id="61443" name="Picture 3">
            <a:extLst>
              <a:ext uri="{FF2B5EF4-FFF2-40B4-BE49-F238E27FC236}">
                <a16:creationId xmlns:a16="http://schemas.microsoft.com/office/drawing/2014/main" id="{1E44F790-96C5-4253-A283-43ACB4803D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2050" y="1636713"/>
            <a:ext cx="6680200" cy="1308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5" name="Title 1">
            <a:extLst>
              <a:ext uri="{FF2B5EF4-FFF2-40B4-BE49-F238E27FC236}">
                <a16:creationId xmlns:a16="http://schemas.microsoft.com/office/drawing/2014/main" id="{37716076-2C27-44DA-8C53-7D021F9C04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Java Thread Pools (Cont.)</a:t>
            </a:r>
          </a:p>
        </p:txBody>
      </p:sp>
      <p:pic>
        <p:nvPicPr>
          <p:cNvPr id="62466" name="Content Placeholder 3">
            <a:extLst>
              <a:ext uri="{FF2B5EF4-FFF2-40B4-BE49-F238E27FC236}">
                <a16:creationId xmlns:a16="http://schemas.microsoft.com/office/drawing/2014/main" id="{D3341B41-7DD8-4DC3-BD1A-010A1A3723E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206500" y="1311275"/>
            <a:ext cx="7010400" cy="4254500"/>
          </a:xfr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89" name="Title 1">
            <a:extLst>
              <a:ext uri="{FF2B5EF4-FFF2-40B4-BE49-F238E27FC236}">
                <a16:creationId xmlns:a16="http://schemas.microsoft.com/office/drawing/2014/main" id="{96B7209D-1875-45AD-B783-C40EB738F2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Fork-Join Parallelism</a:t>
            </a:r>
          </a:p>
        </p:txBody>
      </p:sp>
      <p:sp>
        <p:nvSpPr>
          <p:cNvPr id="63490" name="Content Placeholder 2">
            <a:extLst>
              <a:ext uri="{FF2B5EF4-FFF2-40B4-BE49-F238E27FC236}">
                <a16:creationId xmlns:a16="http://schemas.microsoft.com/office/drawing/2014/main" id="{BD5D55A5-3CD4-45C3-AEDE-1B3CAE796B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Multiple threads (tasks) are </a:t>
            </a:r>
            <a:r>
              <a:rPr lang="en-US" altLang="en-US" b="1"/>
              <a:t>forked</a:t>
            </a:r>
            <a:r>
              <a:rPr lang="en-US" altLang="en-US"/>
              <a:t>, and then </a:t>
            </a:r>
            <a:r>
              <a:rPr lang="en-US" altLang="en-US" b="1"/>
              <a:t>joined</a:t>
            </a:r>
            <a:r>
              <a:rPr lang="en-US" altLang="en-US"/>
              <a:t>.</a:t>
            </a:r>
          </a:p>
        </p:txBody>
      </p:sp>
      <p:pic>
        <p:nvPicPr>
          <p:cNvPr id="63491" name="Picture 1">
            <a:extLst>
              <a:ext uri="{FF2B5EF4-FFF2-40B4-BE49-F238E27FC236}">
                <a16:creationId xmlns:a16="http://schemas.microsoft.com/office/drawing/2014/main" id="{D71E8547-BE08-417E-B714-75D03F5D5A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538" y="2838450"/>
            <a:ext cx="8351837" cy="1743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3" name="Title 1">
            <a:extLst>
              <a:ext uri="{FF2B5EF4-FFF2-40B4-BE49-F238E27FC236}">
                <a16:creationId xmlns:a16="http://schemas.microsoft.com/office/drawing/2014/main" id="{E70855C1-DCE3-42CB-A4C8-7B9584062B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Fork-Join Parallelism</a:t>
            </a:r>
          </a:p>
        </p:txBody>
      </p:sp>
      <p:sp>
        <p:nvSpPr>
          <p:cNvPr id="64514" name="Content Placeholder 2">
            <a:extLst>
              <a:ext uri="{FF2B5EF4-FFF2-40B4-BE49-F238E27FC236}">
                <a16:creationId xmlns:a16="http://schemas.microsoft.com/office/drawing/2014/main" id="{D8025F3E-39A7-4B92-9FF0-6B73CEC417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General algorithm for fork-join strategy:</a:t>
            </a:r>
          </a:p>
        </p:txBody>
      </p:sp>
      <p:pic>
        <p:nvPicPr>
          <p:cNvPr id="64515" name="Picture 3">
            <a:extLst>
              <a:ext uri="{FF2B5EF4-FFF2-40B4-BE49-F238E27FC236}">
                <a16:creationId xmlns:a16="http://schemas.microsoft.com/office/drawing/2014/main" id="{18A3EBE2-4330-4DB9-A558-3710736C4F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6400" y="2057400"/>
            <a:ext cx="5778500" cy="2730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7" name="Title 1">
            <a:extLst>
              <a:ext uri="{FF2B5EF4-FFF2-40B4-BE49-F238E27FC236}">
                <a16:creationId xmlns:a16="http://schemas.microsoft.com/office/drawing/2014/main" id="{A60B8B1B-D780-4852-8E0D-49911E90BF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Fork-Join Parallelism</a:t>
            </a:r>
          </a:p>
        </p:txBody>
      </p:sp>
      <p:pic>
        <p:nvPicPr>
          <p:cNvPr id="65538" name="Picture 1">
            <a:extLst>
              <a:ext uri="{FF2B5EF4-FFF2-40B4-BE49-F238E27FC236}">
                <a16:creationId xmlns:a16="http://schemas.microsoft.com/office/drawing/2014/main" id="{B3C03BAD-DAA6-436B-95DB-DD28333BD6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78075" y="1482725"/>
            <a:ext cx="4202113" cy="4224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1" name="Title 1">
            <a:extLst>
              <a:ext uri="{FF2B5EF4-FFF2-40B4-BE49-F238E27FC236}">
                <a16:creationId xmlns:a16="http://schemas.microsoft.com/office/drawing/2014/main" id="{43D13F5A-2734-49DF-BFE4-5DB6E05449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Fork-Join Parallelism in Java</a:t>
            </a:r>
          </a:p>
        </p:txBody>
      </p:sp>
      <p:pic>
        <p:nvPicPr>
          <p:cNvPr id="66562" name="Picture 2">
            <a:extLst>
              <a:ext uri="{FF2B5EF4-FFF2-40B4-BE49-F238E27FC236}">
                <a16:creationId xmlns:a16="http://schemas.microsoft.com/office/drawing/2014/main" id="{6CF0E748-8FC9-47F3-864F-F2C39472AF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5663" y="2084388"/>
            <a:ext cx="5537200" cy="162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5" name="Title 1">
            <a:extLst>
              <a:ext uri="{FF2B5EF4-FFF2-40B4-BE49-F238E27FC236}">
                <a16:creationId xmlns:a16="http://schemas.microsoft.com/office/drawing/2014/main" id="{E7EBC813-24D9-4251-A424-D543DF4ACB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Fork-Join Parallelism in Java</a:t>
            </a:r>
          </a:p>
        </p:txBody>
      </p:sp>
      <p:pic>
        <p:nvPicPr>
          <p:cNvPr id="67586" name="Picture 2">
            <a:extLst>
              <a:ext uri="{FF2B5EF4-FFF2-40B4-BE49-F238E27FC236}">
                <a16:creationId xmlns:a16="http://schemas.microsoft.com/office/drawing/2014/main" id="{208F6E35-E9F8-4881-9CC9-CD085B4BF7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96542" y="906105"/>
            <a:ext cx="4806691" cy="57180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09" name="Title 1">
            <a:extLst>
              <a:ext uri="{FF2B5EF4-FFF2-40B4-BE49-F238E27FC236}">
                <a16:creationId xmlns:a16="http://schemas.microsoft.com/office/drawing/2014/main" id="{6D90200C-7483-4971-837A-517771B6E3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Fork-Join Parallelism in Java</a:t>
            </a:r>
          </a:p>
        </p:txBody>
      </p:sp>
      <p:sp>
        <p:nvSpPr>
          <p:cNvPr id="68610" name="Content Placeholder 2">
            <a:extLst>
              <a:ext uri="{FF2B5EF4-FFF2-40B4-BE49-F238E27FC236}">
                <a16:creationId xmlns:a16="http://schemas.microsoft.com/office/drawing/2014/main" id="{4C19F5FD-397F-47D2-8792-EE6E18E2B8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6450" y="1233488"/>
            <a:ext cx="7712399" cy="1857375"/>
          </a:xfrm>
        </p:spPr>
        <p:txBody>
          <a:bodyPr/>
          <a:lstStyle/>
          <a:p>
            <a:r>
              <a:rPr lang="en-US" altLang="en-US" dirty="0"/>
              <a:t>The </a:t>
            </a:r>
            <a:r>
              <a:rPr lang="en-US" altLang="en-US" b="1" dirty="0" err="1">
                <a:latin typeface="Courier New" panose="02070309020205020404" pitchFamily="49" charset="0"/>
              </a:rPr>
              <a:t>ForkJoinTask</a:t>
            </a:r>
            <a:r>
              <a:rPr lang="en-US" altLang="en-US" dirty="0"/>
              <a:t> is an abstract base class</a:t>
            </a:r>
          </a:p>
          <a:p>
            <a:r>
              <a:rPr lang="en-US" altLang="en-US" b="1" dirty="0" err="1">
                <a:latin typeface="Courier New" panose="02070309020205020404" pitchFamily="49" charset="0"/>
              </a:rPr>
              <a:t>RecursiveTask</a:t>
            </a:r>
            <a:r>
              <a:rPr lang="en-US" altLang="en-US" dirty="0"/>
              <a:t> and </a:t>
            </a:r>
            <a:r>
              <a:rPr lang="en-US" altLang="en-US" b="1" dirty="0" err="1">
                <a:latin typeface="Courier New" panose="02070309020205020404" pitchFamily="49" charset="0"/>
              </a:rPr>
              <a:t>RecursiveAction</a:t>
            </a:r>
            <a:r>
              <a:rPr lang="en-US" altLang="en-US" dirty="0"/>
              <a:t> classes extend </a:t>
            </a:r>
            <a:r>
              <a:rPr lang="en-US" altLang="en-US" b="1" dirty="0" err="1">
                <a:latin typeface="Courier New" panose="02070309020205020404" pitchFamily="49" charset="0"/>
              </a:rPr>
              <a:t>ForkJoinTask</a:t>
            </a:r>
            <a:endParaRPr lang="en-US" altLang="en-US" b="1" dirty="0">
              <a:latin typeface="Courier New" panose="02070309020205020404" pitchFamily="49" charset="0"/>
            </a:endParaRPr>
          </a:p>
          <a:p>
            <a:r>
              <a:rPr lang="en-US" altLang="en-US" b="1" dirty="0" err="1">
                <a:latin typeface="Courier New" panose="02070309020205020404" pitchFamily="49" charset="0"/>
              </a:rPr>
              <a:t>RecursiveTask</a:t>
            </a:r>
            <a:r>
              <a:rPr lang="en-US" altLang="en-US" dirty="0"/>
              <a:t> returns a result (via the return value from the </a:t>
            </a:r>
            <a:r>
              <a:rPr lang="en-US" altLang="en-US" b="1" dirty="0">
                <a:latin typeface="Courier New" panose="02070309020205020404" pitchFamily="49" charset="0"/>
              </a:rPr>
              <a:t>compute() </a:t>
            </a:r>
            <a:r>
              <a:rPr lang="en-US" altLang="en-US" dirty="0"/>
              <a:t>method) </a:t>
            </a:r>
          </a:p>
          <a:p>
            <a:r>
              <a:rPr lang="en-US" altLang="en-US" b="1" dirty="0" err="1">
                <a:latin typeface="Courier New" panose="02070309020205020404" pitchFamily="49" charset="0"/>
              </a:rPr>
              <a:t>RecursiveAction</a:t>
            </a:r>
            <a:r>
              <a:rPr lang="en-US" altLang="en-US" dirty="0"/>
              <a:t> does not return a result</a:t>
            </a:r>
            <a:endParaRPr lang="en-US" altLang="en-US" b="1" dirty="0">
              <a:latin typeface="Courier New" panose="02070309020205020404" pitchFamily="49" charset="0"/>
            </a:endParaRPr>
          </a:p>
          <a:p>
            <a:endParaRPr lang="en-US" altLang="en-US" b="1" dirty="0">
              <a:latin typeface="Courier New" panose="02070309020205020404" pitchFamily="49" charset="0"/>
            </a:endParaRPr>
          </a:p>
        </p:txBody>
      </p:sp>
      <p:pic>
        <p:nvPicPr>
          <p:cNvPr id="68611" name="Picture 1">
            <a:extLst>
              <a:ext uri="{FF2B5EF4-FFF2-40B4-BE49-F238E27FC236}">
                <a16:creationId xmlns:a16="http://schemas.microsoft.com/office/drawing/2014/main" id="{16F28A26-C981-42C8-8117-EA6AF2BD5D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3037" y="3514236"/>
            <a:ext cx="4959350" cy="2543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3" name="Rectangle 2">
            <a:extLst>
              <a:ext uri="{FF2B5EF4-FFF2-40B4-BE49-F238E27FC236}">
                <a16:creationId xmlns:a16="http://schemas.microsoft.com/office/drawing/2014/main" id="{544669B9-2DEA-421A-8382-2BC0EEE0BDF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03430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/>
              <a:t>OpenMP</a:t>
            </a:r>
          </a:p>
        </p:txBody>
      </p:sp>
      <p:sp>
        <p:nvSpPr>
          <p:cNvPr id="69634" name="Rectangle 3">
            <a:extLst>
              <a:ext uri="{FF2B5EF4-FFF2-40B4-BE49-F238E27FC236}">
                <a16:creationId xmlns:a16="http://schemas.microsoft.com/office/drawing/2014/main" id="{14946A5B-F4DA-4E2D-9FE7-9A6C90AECB1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06450" y="1473200"/>
            <a:ext cx="3560763" cy="3997325"/>
          </a:xfrm>
        </p:spPr>
        <p:txBody>
          <a:bodyPr/>
          <a:lstStyle/>
          <a:p>
            <a:r>
              <a:rPr lang="en-US" altLang="en-US" dirty="0"/>
              <a:t>Set of compiler directives and an API for C, C++, FORTRAN </a:t>
            </a:r>
          </a:p>
          <a:p>
            <a:r>
              <a:rPr lang="en-US" altLang="en-US" dirty="0"/>
              <a:t>Provides support for parallel programming in shared-memory environments</a:t>
            </a:r>
          </a:p>
          <a:p>
            <a:r>
              <a:rPr lang="en-US" altLang="en-US" dirty="0"/>
              <a:t>Identifies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parallel regions </a:t>
            </a:r>
            <a:r>
              <a:rPr lang="en-US" altLang="en-US" dirty="0"/>
              <a:t>– blocks of code that can run in parallel</a:t>
            </a:r>
          </a:p>
          <a:p>
            <a:pPr>
              <a:buFont typeface="Monotype Sorts" pitchFamily="-84" charset="2"/>
              <a:buNone/>
            </a:pPr>
            <a:r>
              <a:rPr lang="en-US" altLang="en-US" b="1" dirty="0">
                <a:latin typeface="Courier New" panose="02070309020205020404" pitchFamily="49" charset="0"/>
              </a:rPr>
              <a:t>#pragma </a:t>
            </a:r>
            <a:r>
              <a:rPr lang="en-US" altLang="en-US" b="1" dirty="0" err="1">
                <a:latin typeface="Courier New" panose="02070309020205020404" pitchFamily="49" charset="0"/>
              </a:rPr>
              <a:t>omp</a:t>
            </a:r>
            <a:r>
              <a:rPr lang="en-US" altLang="en-US" b="1" dirty="0">
                <a:latin typeface="Courier New" panose="02070309020205020404" pitchFamily="49" charset="0"/>
              </a:rPr>
              <a:t> parallel </a:t>
            </a:r>
          </a:p>
          <a:p>
            <a:pPr>
              <a:buFont typeface="Monotype Sorts" pitchFamily="-84" charset="2"/>
              <a:buNone/>
            </a:pPr>
            <a:r>
              <a:rPr lang="en-US" altLang="en-US" dirty="0"/>
              <a:t>Create as many threads as there are cores</a:t>
            </a:r>
          </a:p>
        </p:txBody>
      </p:sp>
      <p:pic>
        <p:nvPicPr>
          <p:cNvPr id="69635" name="Picture 2">
            <a:extLst>
              <a:ext uri="{FF2B5EF4-FFF2-40B4-BE49-F238E27FC236}">
                <a16:creationId xmlns:a16="http://schemas.microsoft.com/office/drawing/2014/main" id="{55ABC929-CE13-4509-98E6-61C837534BD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08500" y="1473200"/>
            <a:ext cx="4089400" cy="3990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1" name="Title 1">
            <a:extLst>
              <a:ext uri="{FF2B5EF4-FFF2-40B4-BE49-F238E27FC236}">
                <a16:creationId xmlns:a16="http://schemas.microsoft.com/office/drawing/2014/main" id="{979CC573-0BA9-4E42-AA0D-66DAEE958F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71682" name="Content Placeholder 2">
            <a:extLst>
              <a:ext uri="{FF2B5EF4-FFF2-40B4-BE49-F238E27FC236}">
                <a16:creationId xmlns:a16="http://schemas.microsoft.com/office/drawing/2014/main" id="{4A81212D-9FC8-4D36-B7BD-612B854211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Run the for loop in parallel</a:t>
            </a:r>
          </a:p>
        </p:txBody>
      </p:sp>
      <p:pic>
        <p:nvPicPr>
          <p:cNvPr id="71683" name="Picture 3">
            <a:extLst>
              <a:ext uri="{FF2B5EF4-FFF2-40B4-BE49-F238E27FC236}">
                <a16:creationId xmlns:a16="http://schemas.microsoft.com/office/drawing/2014/main" id="{E15DDD23-9A4F-4651-BEEF-EB8F9B7034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76525" y="2570163"/>
            <a:ext cx="3581400" cy="1181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5" name="Rectangle 2">
            <a:extLst>
              <a:ext uri="{FF2B5EF4-FFF2-40B4-BE49-F238E27FC236}">
                <a16:creationId xmlns:a16="http://schemas.microsoft.com/office/drawing/2014/main" id="{63EDC882-8B59-4594-B276-CFAD243CC5B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12761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Grand Central Dispatch</a:t>
            </a:r>
          </a:p>
        </p:txBody>
      </p:sp>
      <p:sp>
        <p:nvSpPr>
          <p:cNvPr id="72706" name="Rectangle 3">
            <a:extLst>
              <a:ext uri="{FF2B5EF4-FFF2-40B4-BE49-F238E27FC236}">
                <a16:creationId xmlns:a16="http://schemas.microsoft.com/office/drawing/2014/main" id="{E0F26652-E0BE-449C-A693-21DA9E1C2DC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21093" y="1187450"/>
            <a:ext cx="7753740" cy="4478338"/>
          </a:xfrm>
        </p:spPr>
        <p:txBody>
          <a:bodyPr/>
          <a:lstStyle/>
          <a:p>
            <a:r>
              <a:rPr lang="en-US" altLang="en-US" dirty="0"/>
              <a:t>Apple technology for macOS and iOS operating systems</a:t>
            </a:r>
          </a:p>
          <a:p>
            <a:r>
              <a:rPr lang="en-US" altLang="en-US" dirty="0"/>
              <a:t>Extensions to C, C++ and Objective-C languages, API, and run-time library</a:t>
            </a:r>
          </a:p>
          <a:p>
            <a:r>
              <a:rPr lang="en-US" altLang="en-US" dirty="0"/>
              <a:t>Allows identification of parallel sections</a:t>
            </a:r>
          </a:p>
          <a:p>
            <a:r>
              <a:rPr lang="en-US" altLang="en-US" dirty="0"/>
              <a:t>Manages most of the details of threading</a:t>
            </a:r>
          </a:p>
          <a:p>
            <a:r>
              <a:rPr lang="en-US" altLang="en-US" dirty="0"/>
              <a:t>Block is in “^{ }” :</a:t>
            </a:r>
            <a:br>
              <a:rPr lang="en-US" altLang="en-US" dirty="0"/>
            </a:br>
            <a:r>
              <a:rPr lang="en-US" altLang="en-US" dirty="0"/>
              <a:t/>
            </a:r>
            <a:br>
              <a:rPr lang="en-US" altLang="en-US" dirty="0"/>
            </a:br>
            <a:r>
              <a:rPr lang="en-US" altLang="en-US" dirty="0"/>
              <a:t> </a:t>
            </a:r>
            <a:r>
              <a:rPr lang="ro-RO" altLang="en-US" b="1" dirty="0">
                <a:latin typeface="Courier New" panose="02070309020205020404" pitchFamily="49" charset="0"/>
              </a:rPr>
              <a:t>ˆ{ printf("I am a block"); } </a:t>
            </a:r>
            <a:br>
              <a:rPr lang="ro-RO" altLang="en-US" b="1" dirty="0">
                <a:latin typeface="Courier New" panose="02070309020205020404" pitchFamily="49" charset="0"/>
              </a:rPr>
            </a:br>
            <a:endParaRPr lang="en-US" altLang="en-US" dirty="0"/>
          </a:p>
          <a:p>
            <a:r>
              <a:rPr lang="en-US" altLang="en-US" dirty="0"/>
              <a:t>Blocks placed in dispatch queue</a:t>
            </a:r>
          </a:p>
          <a:p>
            <a:pPr lvl="1"/>
            <a:r>
              <a:rPr lang="en-US" altLang="en-US" dirty="0"/>
              <a:t>Assigned to available thread in thread pool when removed from queue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3" name="Rectangle 2">
            <a:extLst>
              <a:ext uri="{FF2B5EF4-FFF2-40B4-BE49-F238E27FC236}">
                <a16:creationId xmlns:a16="http://schemas.microsoft.com/office/drawing/2014/main" id="{7B806D4C-6940-4E14-B304-1F7CFEF6032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13537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Grand Central Dispatch</a:t>
            </a:r>
          </a:p>
        </p:txBody>
      </p:sp>
      <p:sp>
        <p:nvSpPr>
          <p:cNvPr id="74754" name="Rectangle 3">
            <a:extLst>
              <a:ext uri="{FF2B5EF4-FFF2-40B4-BE49-F238E27FC236}">
                <a16:creationId xmlns:a16="http://schemas.microsoft.com/office/drawing/2014/main" id="{2AF9024C-9C3C-4274-AB7B-7B0D8B7AC52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21092" y="1203325"/>
            <a:ext cx="7688426" cy="4478338"/>
          </a:xfrm>
        </p:spPr>
        <p:txBody>
          <a:bodyPr/>
          <a:lstStyle/>
          <a:p>
            <a:r>
              <a:rPr lang="en-US" altLang="en-US" dirty="0"/>
              <a:t>Two types of dispatch queues:</a:t>
            </a:r>
          </a:p>
          <a:p>
            <a:pPr lvl="1"/>
            <a:r>
              <a:rPr lang="en-US" altLang="en-US" b="1" dirty="0"/>
              <a:t>serial</a:t>
            </a:r>
            <a:r>
              <a:rPr lang="en-US" altLang="en-US" dirty="0"/>
              <a:t> – blocks removed in FIFO order, queue is per process, called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main queue</a:t>
            </a:r>
          </a:p>
          <a:p>
            <a:pPr lvl="2"/>
            <a:r>
              <a:rPr lang="en-US" altLang="en-US" dirty="0"/>
              <a:t>Programmers can create additional serial queues within program</a:t>
            </a:r>
          </a:p>
          <a:p>
            <a:pPr lvl="1"/>
            <a:r>
              <a:rPr lang="en-US" altLang="en-US" b="1" dirty="0"/>
              <a:t>concurrent</a:t>
            </a:r>
            <a:r>
              <a:rPr lang="en-US" altLang="en-US" dirty="0"/>
              <a:t> – removed in FIFO order but several may be removed at a time</a:t>
            </a:r>
          </a:p>
          <a:p>
            <a:pPr lvl="2"/>
            <a:r>
              <a:rPr lang="en-US" altLang="en-US" dirty="0"/>
              <a:t>Four system wide queues divided by quality of service: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US" altLang="en-US" dirty="0">
                <a:latin typeface="Courier New" panose="02070309020205020404" pitchFamily="49" charset="0"/>
              </a:rPr>
              <a:t>QOS_CLASS_USER_INTERACTIVE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US" altLang="en-US" dirty="0">
                <a:latin typeface="Courier New" panose="02070309020205020404" pitchFamily="49" charset="0"/>
              </a:rPr>
              <a:t>QOS_CLASS_USER_INITIATED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US" altLang="en-US" dirty="0">
                <a:latin typeface="Courier New" panose="02070309020205020404" pitchFamily="49" charset="0"/>
              </a:rPr>
              <a:t>QOS_CLASS_USER_UTILITY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US" altLang="en-US" dirty="0">
                <a:latin typeface="Courier New" panose="02070309020205020404" pitchFamily="49" charset="0"/>
              </a:rPr>
              <a:t>QOS_CLASS_USER_BACKGROUND</a:t>
            </a:r>
          </a:p>
          <a:p>
            <a:pPr lvl="2"/>
            <a:endParaRPr lang="en-US" altLang="en-US" dirty="0"/>
          </a:p>
          <a:p>
            <a:pPr lvl="2"/>
            <a:endParaRPr lang="en-US" altLang="en-US" dirty="0"/>
          </a:p>
          <a:p>
            <a:pPr lvl="2"/>
            <a:endParaRPr lang="en-US" altLang="en-US" dirty="0"/>
          </a:p>
          <a:p>
            <a:endParaRPr lang="en-US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1" name="Title 1">
            <a:extLst>
              <a:ext uri="{FF2B5EF4-FFF2-40B4-BE49-F238E27FC236}">
                <a16:creationId xmlns:a16="http://schemas.microsoft.com/office/drawing/2014/main" id="{2E8FE8F8-6247-440E-8AD2-9125A529DF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05860"/>
            <a:ext cx="8229600" cy="576262"/>
          </a:xfrm>
        </p:spPr>
        <p:txBody>
          <a:bodyPr/>
          <a:lstStyle/>
          <a:p>
            <a:r>
              <a:rPr lang="en-US" altLang="en-US" dirty="0"/>
              <a:t>Grand Central Dispatch</a:t>
            </a:r>
          </a:p>
        </p:txBody>
      </p:sp>
      <p:sp>
        <p:nvSpPr>
          <p:cNvPr id="76802" name="Content Placeholder 2">
            <a:extLst>
              <a:ext uri="{FF2B5EF4-FFF2-40B4-BE49-F238E27FC236}">
                <a16:creationId xmlns:a16="http://schemas.microsoft.com/office/drawing/2014/main" id="{961FCAB4-6A2F-4741-AEC6-56E10DDEC1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For the Swift language a task is defined as a closure – similar to a block, minus the caret</a:t>
            </a:r>
          </a:p>
          <a:p>
            <a:r>
              <a:rPr lang="en-US" altLang="en-US" dirty="0"/>
              <a:t>Closures are submitted to the queue using the </a:t>
            </a:r>
            <a:r>
              <a:rPr lang="en-US" altLang="en-US" dirty="0" err="1">
                <a:latin typeface="Courier New" panose="02070309020205020404" pitchFamily="49" charset="0"/>
              </a:rPr>
              <a:t>dispatch_async</a:t>
            </a:r>
            <a:r>
              <a:rPr lang="en-US" altLang="en-US" dirty="0">
                <a:latin typeface="Courier New" panose="02070309020205020404" pitchFamily="49" charset="0"/>
              </a:rPr>
              <a:t>() </a:t>
            </a:r>
            <a:r>
              <a:rPr lang="en-US" altLang="en-US" dirty="0"/>
              <a:t>function:</a:t>
            </a:r>
            <a:br>
              <a:rPr lang="en-US" altLang="en-US" dirty="0"/>
            </a:br>
            <a:r>
              <a:rPr lang="en-US" altLang="en-US" dirty="0"/>
              <a:t/>
            </a:r>
            <a:br>
              <a:rPr lang="en-US" altLang="en-US" dirty="0"/>
            </a:br>
            <a:r>
              <a:rPr lang="en-US" altLang="en-US" dirty="0"/>
              <a:t> </a:t>
            </a:r>
          </a:p>
        </p:txBody>
      </p:sp>
      <p:pic>
        <p:nvPicPr>
          <p:cNvPr id="76803" name="Picture 3">
            <a:extLst>
              <a:ext uri="{FF2B5EF4-FFF2-40B4-BE49-F238E27FC236}">
                <a16:creationId xmlns:a16="http://schemas.microsoft.com/office/drawing/2014/main" id="{BEE0DB06-C5D5-4AB5-BD45-46DF14ED43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25600" y="2432050"/>
            <a:ext cx="5892800" cy="1231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5" name="Title 1">
            <a:extLst>
              <a:ext uri="{FF2B5EF4-FFF2-40B4-BE49-F238E27FC236}">
                <a16:creationId xmlns:a16="http://schemas.microsoft.com/office/drawing/2014/main" id="{3E06E839-D948-468F-B190-B5CDABBDE2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8850" y="233853"/>
            <a:ext cx="7727950" cy="576262"/>
          </a:xfrm>
        </p:spPr>
        <p:txBody>
          <a:bodyPr/>
          <a:lstStyle/>
          <a:p>
            <a:r>
              <a:rPr lang="en-US" altLang="en-US" dirty="0"/>
              <a:t>Intel Threading Building Blocks (TBB)</a:t>
            </a:r>
          </a:p>
        </p:txBody>
      </p:sp>
      <p:sp>
        <p:nvSpPr>
          <p:cNvPr id="77826" name="Content Placeholder 2">
            <a:extLst>
              <a:ext uri="{FF2B5EF4-FFF2-40B4-BE49-F238E27FC236}">
                <a16:creationId xmlns:a16="http://schemas.microsoft.com/office/drawing/2014/main" id="{4B964262-47E7-4DB6-A63C-554FF6EAF1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Template library for designing parallel C++ programs</a:t>
            </a:r>
          </a:p>
          <a:p>
            <a:r>
              <a:rPr lang="en-US" altLang="en-US" dirty="0"/>
              <a:t>A serial version of a simple for loop</a:t>
            </a:r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r>
              <a:rPr lang="en-US" altLang="en-US" dirty="0"/>
              <a:t>The same for loop written using TBB with </a:t>
            </a:r>
            <a:r>
              <a:rPr lang="en-US" altLang="en-US" b="1" dirty="0" err="1">
                <a:latin typeface="Courier New" panose="02070309020205020404" pitchFamily="49" charset="0"/>
              </a:rPr>
              <a:t>parallel_for</a:t>
            </a:r>
            <a:r>
              <a:rPr lang="en-US" altLang="en-US" dirty="0"/>
              <a:t> statement:</a:t>
            </a:r>
          </a:p>
        </p:txBody>
      </p:sp>
      <p:pic>
        <p:nvPicPr>
          <p:cNvPr id="77827" name="Picture 3">
            <a:extLst>
              <a:ext uri="{FF2B5EF4-FFF2-40B4-BE49-F238E27FC236}">
                <a16:creationId xmlns:a16="http://schemas.microsoft.com/office/drawing/2014/main" id="{0AECC45F-AE48-41B9-BBCF-8CA2461C9E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8188" y="2112963"/>
            <a:ext cx="3721100" cy="88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7828" name="Picture 4">
            <a:extLst>
              <a:ext uri="{FF2B5EF4-FFF2-40B4-BE49-F238E27FC236}">
                <a16:creationId xmlns:a16="http://schemas.microsoft.com/office/drawing/2014/main" id="{113B8E9B-4CDB-4160-8253-D3DEBB20D7B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2388" y="4071938"/>
            <a:ext cx="6642100" cy="622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49" name="Rectangle 2">
            <a:extLst>
              <a:ext uri="{FF2B5EF4-FFF2-40B4-BE49-F238E27FC236}">
                <a16:creationId xmlns:a16="http://schemas.microsoft.com/office/drawing/2014/main" id="{8F5BE787-1C90-443B-BF35-EC074EF99B4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16130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Threading Issues</a:t>
            </a:r>
          </a:p>
        </p:txBody>
      </p:sp>
      <p:sp>
        <p:nvSpPr>
          <p:cNvPr id="78850" name="Rectangle 3">
            <a:extLst>
              <a:ext uri="{FF2B5EF4-FFF2-40B4-BE49-F238E27FC236}">
                <a16:creationId xmlns:a16="http://schemas.microsoft.com/office/drawing/2014/main" id="{6F51DC46-1491-4D2A-B267-43A725F220C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11762" y="1143000"/>
            <a:ext cx="7440645" cy="4483100"/>
          </a:xfrm>
        </p:spPr>
        <p:txBody>
          <a:bodyPr/>
          <a:lstStyle/>
          <a:p>
            <a:r>
              <a:rPr lang="en-US" altLang="en-US" dirty="0"/>
              <a:t>Semantics of </a:t>
            </a:r>
            <a:r>
              <a:rPr lang="en-US" altLang="en-US" b="1" dirty="0"/>
              <a:t>fork()</a:t>
            </a:r>
            <a:r>
              <a:rPr lang="en-US" altLang="en-US" dirty="0"/>
              <a:t> and </a:t>
            </a:r>
            <a:r>
              <a:rPr lang="en-US" altLang="en-US" b="1" dirty="0"/>
              <a:t>exec()</a:t>
            </a:r>
            <a:r>
              <a:rPr lang="en-US" altLang="en-US" dirty="0"/>
              <a:t> system calls</a:t>
            </a:r>
            <a:endParaRPr lang="en-US" altLang="en-US" sz="800" dirty="0"/>
          </a:p>
          <a:p>
            <a:r>
              <a:rPr lang="en-US" altLang="en-US" dirty="0"/>
              <a:t>Signal handling</a:t>
            </a:r>
          </a:p>
          <a:p>
            <a:pPr lvl="1"/>
            <a:r>
              <a:rPr lang="en-US" altLang="en-US" dirty="0"/>
              <a:t>Synchronous and asynchronous</a:t>
            </a:r>
            <a:endParaRPr lang="en-US" altLang="en-US" sz="800" dirty="0"/>
          </a:p>
          <a:p>
            <a:r>
              <a:rPr lang="en-US" altLang="en-US" dirty="0"/>
              <a:t>Thread cancellation of target thread</a:t>
            </a:r>
          </a:p>
          <a:p>
            <a:pPr lvl="1"/>
            <a:r>
              <a:rPr lang="en-US" altLang="en-US" dirty="0"/>
              <a:t>Asynchronous or deferred</a:t>
            </a:r>
            <a:endParaRPr lang="en-US" altLang="en-US" sz="800" dirty="0"/>
          </a:p>
          <a:p>
            <a:r>
              <a:rPr lang="en-US" altLang="en-US" dirty="0"/>
              <a:t>Thread-local storage</a:t>
            </a:r>
          </a:p>
          <a:p>
            <a:r>
              <a:rPr lang="en-US" altLang="en-US" dirty="0"/>
              <a:t>Scheduler Activations</a:t>
            </a:r>
          </a:p>
          <a:p>
            <a:endParaRPr lang="en-US" altLang="en-US" sz="800" dirty="0"/>
          </a:p>
          <a:p>
            <a:pPr lvl="1">
              <a:buFont typeface="Monotype Sorts" pitchFamily="-84" charset="2"/>
              <a:buNone/>
            </a:pPr>
            <a:endParaRPr lang="en-US" altLang="en-US" sz="8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7" name="Rectangle 2">
            <a:extLst>
              <a:ext uri="{FF2B5EF4-FFF2-40B4-BE49-F238E27FC236}">
                <a16:creationId xmlns:a16="http://schemas.microsoft.com/office/drawing/2014/main" id="{0A79867A-2E93-4EF0-B105-A26BB113E67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17600" y="204206"/>
            <a:ext cx="75692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Semantics of fork() and exec()</a:t>
            </a:r>
          </a:p>
        </p:txBody>
      </p:sp>
      <p:sp>
        <p:nvSpPr>
          <p:cNvPr id="80898" name="Rectangle 3">
            <a:extLst>
              <a:ext uri="{FF2B5EF4-FFF2-40B4-BE49-F238E27FC236}">
                <a16:creationId xmlns:a16="http://schemas.microsoft.com/office/drawing/2014/main" id="{A843C793-C155-4716-B3E2-61F8E72727F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06449" y="1233488"/>
            <a:ext cx="7656415" cy="4530725"/>
          </a:xfrm>
        </p:spPr>
        <p:txBody>
          <a:bodyPr/>
          <a:lstStyle/>
          <a:p>
            <a:r>
              <a:rPr lang="en-US" altLang="en-US"/>
              <a:t>Does </a:t>
            </a:r>
            <a:r>
              <a:rPr lang="en-US" altLang="en-US" b="1">
                <a:latin typeface="Courier New" panose="02070309020205020404" pitchFamily="49" charset="0"/>
              </a:rPr>
              <a:t>fork()</a:t>
            </a:r>
            <a:r>
              <a:rPr lang="en-US" altLang="en-US"/>
              <a:t>duplicate only the calling thread or all threads?</a:t>
            </a:r>
          </a:p>
          <a:p>
            <a:pPr lvl="1"/>
            <a:r>
              <a:rPr lang="en-US" altLang="en-US"/>
              <a:t>Some UNIXes have two versions of fork</a:t>
            </a:r>
          </a:p>
          <a:p>
            <a:r>
              <a:rPr lang="en-US" altLang="en-US" b="1">
                <a:latin typeface="Courier New" panose="02070309020205020404" pitchFamily="49" charset="0"/>
              </a:rPr>
              <a:t>exec() </a:t>
            </a:r>
            <a:r>
              <a:rPr lang="en-US" altLang="en-US"/>
              <a:t>usually works as normal – replace the running process including all threads</a:t>
            </a:r>
          </a:p>
          <a:p>
            <a:pPr lvl="1"/>
            <a:endParaRPr lang="en-US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5" name="Rectangle 2">
            <a:extLst>
              <a:ext uri="{FF2B5EF4-FFF2-40B4-BE49-F238E27FC236}">
                <a16:creationId xmlns:a16="http://schemas.microsoft.com/office/drawing/2014/main" id="{E38D4671-065E-48FB-994B-D2E5E93EB17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68400" y="226237"/>
            <a:ext cx="75184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Signal Handling</a:t>
            </a:r>
          </a:p>
        </p:txBody>
      </p:sp>
      <p:sp>
        <p:nvSpPr>
          <p:cNvPr id="37891" name="Rectangle 3">
            <a:extLst>
              <a:ext uri="{FF2B5EF4-FFF2-40B4-BE49-F238E27FC236}">
                <a16:creationId xmlns:a16="http://schemas.microsoft.com/office/drawing/2014/main" id="{74752EA8-B31F-42FC-AC88-93660F76329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17756" y="1164839"/>
            <a:ext cx="7719753" cy="5156200"/>
          </a:xfrm>
        </p:spPr>
        <p:txBody>
          <a:bodyPr/>
          <a:lstStyle/>
          <a:p>
            <a:pPr>
              <a:defRPr/>
            </a:pPr>
            <a:r>
              <a:rPr lang="en-US" b="1" dirty="0">
                <a:solidFill>
                  <a:srgbClr val="006699"/>
                </a:solidFill>
                <a:latin typeface="+mj-lt"/>
              </a:rPr>
              <a:t>Signals</a:t>
            </a:r>
            <a:r>
              <a:rPr lang="en-US" b="1" dirty="0">
                <a:solidFill>
                  <a:srgbClr val="3366FF"/>
                </a:solidFill>
                <a:ea typeface="ＭＳ Ｐゴシック" charset="0"/>
                <a:cs typeface="ＭＳ Ｐゴシック" charset="0"/>
              </a:rPr>
              <a:t> </a:t>
            </a:r>
            <a:r>
              <a:rPr lang="en-US" dirty="0">
                <a:ea typeface="ＭＳ Ｐゴシック" charset="0"/>
                <a:cs typeface="ＭＳ Ｐゴシック" charset="0"/>
              </a:rPr>
              <a:t>are used in UNIX systems to notify a process that a particular event has occurred.</a:t>
            </a:r>
          </a:p>
          <a:p>
            <a:pPr>
              <a:defRPr/>
            </a:pPr>
            <a:r>
              <a:rPr lang="en-US" dirty="0">
                <a:ea typeface="ＭＳ Ｐゴシック" charset="0"/>
                <a:cs typeface="ＭＳ Ｐゴシック" charset="0"/>
              </a:rPr>
              <a:t>A </a:t>
            </a:r>
            <a:r>
              <a:rPr lang="en-US" b="1" dirty="0">
                <a:solidFill>
                  <a:srgbClr val="006699"/>
                </a:solidFill>
                <a:latin typeface="+mj-lt"/>
              </a:rPr>
              <a:t>signal handler </a:t>
            </a:r>
            <a:r>
              <a:rPr lang="en-US" dirty="0">
                <a:ea typeface="ＭＳ Ｐゴシック" charset="0"/>
                <a:cs typeface="ＭＳ Ｐゴシック" charset="0"/>
              </a:rPr>
              <a:t>is used to process signals</a:t>
            </a:r>
          </a:p>
          <a:p>
            <a:pPr marL="798989" lvl="1" indent="-342265">
              <a:buFont typeface="Webdings" charset="0"/>
              <a:buAutoNum type="arabicPeriod"/>
              <a:defRPr/>
            </a:pPr>
            <a:r>
              <a:rPr lang="en-US" dirty="0">
                <a:ea typeface="ＭＳ Ｐゴシック" charset="0"/>
              </a:rPr>
              <a:t>Signal is generated by particular event</a:t>
            </a:r>
          </a:p>
          <a:p>
            <a:pPr marL="798989" lvl="1" indent="-342265">
              <a:buFont typeface="Webdings" charset="0"/>
              <a:buAutoNum type="arabicPeriod"/>
              <a:defRPr/>
            </a:pPr>
            <a:r>
              <a:rPr lang="en-US" dirty="0">
                <a:ea typeface="ＭＳ Ｐゴシック" charset="0"/>
              </a:rPr>
              <a:t>Signal is delivered to a process</a:t>
            </a:r>
          </a:p>
          <a:p>
            <a:pPr marL="798989" lvl="1" indent="-342265">
              <a:buFont typeface="Webdings" charset="0"/>
              <a:buAutoNum type="arabicPeriod"/>
              <a:defRPr/>
            </a:pPr>
            <a:r>
              <a:rPr lang="en-US" dirty="0">
                <a:ea typeface="ＭＳ Ｐゴシック" charset="0"/>
              </a:rPr>
              <a:t>Signal is handled by one of two signal handlers:</a:t>
            </a:r>
          </a:p>
          <a:p>
            <a:pPr marL="1142366" lvl="2" indent="-342265">
              <a:buFont typeface="Webdings" charset="0"/>
              <a:buAutoNum type="arabicPeriod"/>
              <a:defRPr/>
            </a:pPr>
            <a:r>
              <a:rPr lang="en-US" dirty="0">
                <a:ea typeface="ＭＳ Ｐゴシック" charset="0"/>
              </a:rPr>
              <a:t>default</a:t>
            </a:r>
          </a:p>
          <a:p>
            <a:pPr marL="1142366" lvl="2" indent="-342265">
              <a:buFont typeface="Webdings" charset="0"/>
              <a:buAutoNum type="arabicPeriod"/>
              <a:defRPr/>
            </a:pPr>
            <a:r>
              <a:rPr lang="en-US" dirty="0">
                <a:ea typeface="ＭＳ Ｐゴシック" charset="0"/>
              </a:rPr>
              <a:t>user-defined</a:t>
            </a:r>
          </a:p>
          <a:p>
            <a:pPr>
              <a:defRPr/>
            </a:pPr>
            <a:r>
              <a:rPr lang="en-US" dirty="0">
                <a:ea typeface="ＭＳ Ｐゴシック" charset="0"/>
                <a:cs typeface="ＭＳ Ｐゴシック" charset="0"/>
              </a:rPr>
              <a:t>Every signal has </a:t>
            </a:r>
            <a:r>
              <a:rPr lang="en-US" b="1" dirty="0">
                <a:solidFill>
                  <a:srgbClr val="006699"/>
                </a:solidFill>
                <a:latin typeface="+mj-lt"/>
              </a:rPr>
              <a:t>default handler</a:t>
            </a:r>
            <a:r>
              <a:rPr lang="en-US" b="1" dirty="0">
                <a:solidFill>
                  <a:srgbClr val="3366FF"/>
                </a:solidFill>
                <a:ea typeface="ＭＳ Ｐゴシック" charset="0"/>
                <a:cs typeface="ＭＳ Ｐゴシック" charset="0"/>
              </a:rPr>
              <a:t> </a:t>
            </a:r>
            <a:r>
              <a:rPr lang="en-US" dirty="0">
                <a:ea typeface="ＭＳ Ｐゴシック" charset="0"/>
                <a:cs typeface="ＭＳ Ｐゴシック" charset="0"/>
              </a:rPr>
              <a:t>that kernel runs when handling signal</a:t>
            </a:r>
          </a:p>
          <a:p>
            <a:pPr marL="780098" lvl="1" indent="-380048">
              <a:defRPr/>
            </a:pPr>
            <a:r>
              <a:rPr lang="en-US" b="1" dirty="0">
                <a:solidFill>
                  <a:srgbClr val="006699"/>
                </a:solidFill>
                <a:latin typeface="+mj-lt"/>
              </a:rPr>
              <a:t>User-defined signal handler </a:t>
            </a:r>
            <a:r>
              <a:rPr lang="en-US" dirty="0">
                <a:ea typeface="ＭＳ Ｐゴシック" charset="0"/>
                <a:cs typeface="ＭＳ Ｐゴシック" charset="0"/>
              </a:rPr>
              <a:t>can override default</a:t>
            </a:r>
          </a:p>
          <a:p>
            <a:pPr marL="780098" lvl="1" indent="-380048">
              <a:defRPr/>
            </a:pPr>
            <a:r>
              <a:rPr lang="en-US" dirty="0">
                <a:ea typeface="ＭＳ Ｐゴシック" charset="0"/>
                <a:cs typeface="ＭＳ Ｐゴシック" charset="0"/>
              </a:rPr>
              <a:t>For single-threaded, signal delivered to process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3" name="Rectangle 2">
            <a:extLst>
              <a:ext uri="{FF2B5EF4-FFF2-40B4-BE49-F238E27FC236}">
                <a16:creationId xmlns:a16="http://schemas.microsoft.com/office/drawing/2014/main" id="{6878F364-9781-4DC9-A9A3-9DD34E5E617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68400" y="226237"/>
            <a:ext cx="75184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Signal Handling (Cont.)</a:t>
            </a:r>
          </a:p>
        </p:txBody>
      </p:sp>
      <p:sp>
        <p:nvSpPr>
          <p:cNvPr id="37891" name="Rectangle 3">
            <a:extLst>
              <a:ext uri="{FF2B5EF4-FFF2-40B4-BE49-F238E27FC236}">
                <a16:creationId xmlns:a16="http://schemas.microsoft.com/office/drawing/2014/main" id="{709391F2-8D47-4F0C-960D-BFD5F96C0D9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27087" y="1146175"/>
            <a:ext cx="7691761" cy="5156200"/>
          </a:xfrm>
        </p:spPr>
        <p:txBody>
          <a:bodyPr/>
          <a:lstStyle/>
          <a:p>
            <a:pPr>
              <a:defRPr/>
            </a:pPr>
            <a:r>
              <a:rPr lang="en-US" dirty="0">
                <a:ea typeface="ＭＳ Ｐゴシック" charset="0"/>
                <a:cs typeface="ＭＳ Ｐゴシック" charset="0"/>
              </a:rPr>
              <a:t>Where should a signal be delivered for multi-threaded? </a:t>
            </a:r>
          </a:p>
          <a:p>
            <a:pPr lvl="1">
              <a:defRPr/>
            </a:pPr>
            <a:r>
              <a:rPr lang="en-US" dirty="0">
                <a:ea typeface="ＭＳ Ｐゴシック" charset="0"/>
              </a:rPr>
              <a:t>Deliver the signal to the thread to which the signal applies</a:t>
            </a:r>
          </a:p>
          <a:p>
            <a:pPr lvl="1">
              <a:defRPr/>
            </a:pPr>
            <a:r>
              <a:rPr lang="en-US" dirty="0">
                <a:ea typeface="ＭＳ Ｐゴシック" charset="0"/>
              </a:rPr>
              <a:t>Deliver the signal to every thread in the process</a:t>
            </a:r>
          </a:p>
          <a:p>
            <a:pPr lvl="1">
              <a:defRPr/>
            </a:pPr>
            <a:r>
              <a:rPr lang="en-US" dirty="0">
                <a:ea typeface="ＭＳ Ｐゴシック" charset="0"/>
              </a:rPr>
              <a:t>Deliver the signal to certain threads in the process</a:t>
            </a:r>
          </a:p>
          <a:p>
            <a:pPr lvl="1">
              <a:defRPr/>
            </a:pPr>
            <a:r>
              <a:rPr lang="en-US" dirty="0">
                <a:ea typeface="ＭＳ Ｐゴシック" charset="0"/>
              </a:rPr>
              <a:t>Assign a specific thread to receive all signals for the process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1" name="Rectangle 2">
            <a:extLst>
              <a:ext uri="{FF2B5EF4-FFF2-40B4-BE49-F238E27FC236}">
                <a16:creationId xmlns:a16="http://schemas.microsoft.com/office/drawing/2014/main" id="{5A4A892A-809A-4516-AB08-9E20E9A5771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81088" y="226237"/>
            <a:ext cx="7605712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Thread Cancellation</a:t>
            </a:r>
          </a:p>
        </p:txBody>
      </p:sp>
      <p:sp>
        <p:nvSpPr>
          <p:cNvPr id="87042" name="Rectangle 3">
            <a:extLst>
              <a:ext uri="{FF2B5EF4-FFF2-40B4-BE49-F238E27FC236}">
                <a16:creationId xmlns:a16="http://schemas.microsoft.com/office/drawing/2014/main" id="{E0ACA4C6-47F5-415C-B47D-5700AEF12E9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21094" y="1146175"/>
            <a:ext cx="7672031" cy="4430713"/>
          </a:xfrm>
        </p:spPr>
        <p:txBody>
          <a:bodyPr/>
          <a:lstStyle/>
          <a:p>
            <a:r>
              <a:rPr lang="en-US" altLang="en-US" dirty="0"/>
              <a:t>Terminating a thread before it has finished</a:t>
            </a:r>
          </a:p>
          <a:p>
            <a:r>
              <a:rPr lang="en-US" altLang="en-US" dirty="0"/>
              <a:t>Thread to be canceled is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target thread</a:t>
            </a:r>
          </a:p>
          <a:p>
            <a:r>
              <a:rPr lang="en-US" altLang="en-US" dirty="0"/>
              <a:t>Two general approaches:</a:t>
            </a:r>
          </a:p>
          <a:p>
            <a:pPr lvl="1"/>
            <a:r>
              <a:rPr lang="en-US" altLang="en-US" b="1" dirty="0"/>
              <a:t>Asynchronous cancellation</a:t>
            </a:r>
            <a:r>
              <a:rPr lang="en-US" altLang="en-US" dirty="0"/>
              <a:t> terminates the target thread immediately</a:t>
            </a:r>
          </a:p>
          <a:p>
            <a:pPr lvl="1"/>
            <a:r>
              <a:rPr lang="en-US" altLang="en-US" b="1" dirty="0"/>
              <a:t>Deferred cancellation</a:t>
            </a:r>
            <a:r>
              <a:rPr lang="en-US" altLang="en-US" dirty="0"/>
              <a:t> allows the target thread to periodically check if it should be cancelled</a:t>
            </a:r>
          </a:p>
          <a:p>
            <a:pPr>
              <a:buFont typeface="Monotype Sorts" pitchFamily="-84" charset="2"/>
              <a:buNone/>
            </a:pPr>
            <a:endParaRPr lang="en-US" altLang="en-US" dirty="0"/>
          </a:p>
          <a:p>
            <a:pPr lvl="1"/>
            <a:endParaRPr lang="en-US" altLang="en-US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1" name="Rectangle 2">
            <a:extLst>
              <a:ext uri="{FF2B5EF4-FFF2-40B4-BE49-F238E27FC236}">
                <a16:creationId xmlns:a16="http://schemas.microsoft.com/office/drawing/2014/main" id="{5A4A892A-809A-4516-AB08-9E20E9A5771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81088" y="226237"/>
            <a:ext cx="7605712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Thread Cancellation</a:t>
            </a:r>
          </a:p>
        </p:txBody>
      </p:sp>
      <p:sp>
        <p:nvSpPr>
          <p:cNvPr id="87042" name="Rectangle 3">
            <a:extLst>
              <a:ext uri="{FF2B5EF4-FFF2-40B4-BE49-F238E27FC236}">
                <a16:creationId xmlns:a16="http://schemas.microsoft.com/office/drawing/2014/main" id="{E0ACA4C6-47F5-415C-B47D-5700AEF12E9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21094" y="1146175"/>
            <a:ext cx="7672031" cy="4430713"/>
          </a:xfrm>
        </p:spPr>
        <p:txBody>
          <a:bodyPr/>
          <a:lstStyle/>
          <a:p>
            <a:r>
              <a:rPr lang="en-US" altLang="en-US" dirty="0"/>
              <a:t>Terminating a thread before it has finished</a:t>
            </a:r>
          </a:p>
          <a:p>
            <a:r>
              <a:rPr lang="en-US" altLang="en-US" dirty="0"/>
              <a:t>Thread to be canceled is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target thread</a:t>
            </a:r>
          </a:p>
          <a:p>
            <a:r>
              <a:rPr lang="en-US" altLang="en-US" dirty="0"/>
              <a:t>Two general approaches:</a:t>
            </a:r>
          </a:p>
          <a:p>
            <a:pPr lvl="1"/>
            <a:r>
              <a:rPr lang="en-US" altLang="en-US" b="1" dirty="0"/>
              <a:t>Asynchronous cancellation</a:t>
            </a:r>
            <a:r>
              <a:rPr lang="en-US" altLang="en-US" dirty="0"/>
              <a:t> terminates the target thread immediately</a:t>
            </a:r>
          </a:p>
          <a:p>
            <a:pPr lvl="1"/>
            <a:r>
              <a:rPr lang="en-US" altLang="en-US" b="1" dirty="0"/>
              <a:t>Deferred cancellation</a:t>
            </a:r>
            <a:r>
              <a:rPr lang="en-US" altLang="en-US" dirty="0"/>
              <a:t> allows the target thread to periodically check if it should be cancelled</a:t>
            </a:r>
          </a:p>
          <a:p>
            <a:r>
              <a:rPr lang="en-US" altLang="en-US" dirty="0" err="1"/>
              <a:t>Pthread</a:t>
            </a:r>
            <a:r>
              <a:rPr lang="en-US" altLang="en-US" dirty="0"/>
              <a:t> code to create and cancel a thread:</a:t>
            </a:r>
          </a:p>
          <a:p>
            <a:pPr>
              <a:buFont typeface="Monotype Sorts" pitchFamily="-84" charset="2"/>
              <a:buNone/>
            </a:pPr>
            <a:endParaRPr lang="en-US" altLang="en-US" dirty="0"/>
          </a:p>
          <a:p>
            <a:pPr lvl="1"/>
            <a:endParaRPr lang="en-US" altLang="en-US" dirty="0"/>
          </a:p>
        </p:txBody>
      </p:sp>
      <p:pic>
        <p:nvPicPr>
          <p:cNvPr id="87043" name="Picture 1">
            <a:extLst>
              <a:ext uri="{FF2B5EF4-FFF2-40B4-BE49-F238E27FC236}">
                <a16:creationId xmlns:a16="http://schemas.microsoft.com/office/drawing/2014/main" id="{C3014C15-8D5D-4EBD-B07F-81007A227B9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8575" y="4022725"/>
            <a:ext cx="3948113" cy="2425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402067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89" name="Rectangle 2">
            <a:extLst>
              <a:ext uri="{FF2B5EF4-FFF2-40B4-BE49-F238E27FC236}">
                <a16:creationId xmlns:a16="http://schemas.microsoft.com/office/drawing/2014/main" id="{46D4A08B-A3B9-409D-9FF5-9A70E4A504F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81088" y="222868"/>
            <a:ext cx="7605712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Thread Cancellation (Cont.)</a:t>
            </a:r>
          </a:p>
        </p:txBody>
      </p:sp>
      <p:sp>
        <p:nvSpPr>
          <p:cNvPr id="37891" name="Rectangle 3">
            <a:extLst>
              <a:ext uri="{FF2B5EF4-FFF2-40B4-BE49-F238E27FC236}">
                <a16:creationId xmlns:a16="http://schemas.microsoft.com/office/drawing/2014/main" id="{7D8769D7-C343-444C-A0E2-10A79AC9E5B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9755" y="1057275"/>
            <a:ext cx="7735078" cy="4962525"/>
          </a:xfrm>
        </p:spPr>
        <p:txBody>
          <a:bodyPr/>
          <a:lstStyle/>
          <a:p>
            <a:pPr>
              <a:defRPr/>
            </a:pPr>
            <a:r>
              <a:rPr lang="en-US" altLang="en-US" dirty="0">
                <a:cs typeface="ＭＳ Ｐゴシック" charset="-128"/>
              </a:rPr>
              <a:t>Invoking thread cancellation requests cancellation, but actual cancellation depends on thread state</a:t>
            </a:r>
          </a:p>
          <a:p>
            <a:pPr>
              <a:defRPr/>
            </a:pPr>
            <a:endParaRPr lang="en-US" altLang="en-US" dirty="0">
              <a:cs typeface="ＭＳ Ｐゴシック" charset="-128"/>
            </a:endParaRPr>
          </a:p>
          <a:p>
            <a:pPr>
              <a:defRPr/>
            </a:pPr>
            <a:endParaRPr lang="en-US" altLang="en-US" dirty="0">
              <a:cs typeface="ＭＳ Ｐゴシック" charset="-128"/>
            </a:endParaRPr>
          </a:p>
          <a:p>
            <a:pPr marL="0" indent="0">
              <a:buFont typeface="Monotype Sorts" pitchFamily="-84" charset="2"/>
              <a:buNone/>
              <a:defRPr/>
            </a:pPr>
            <a:endParaRPr lang="en-US" altLang="en-US" dirty="0">
              <a:cs typeface="ＭＳ Ｐゴシック" charset="-128"/>
            </a:endParaRPr>
          </a:p>
          <a:p>
            <a:pPr marL="0" indent="0">
              <a:buFont typeface="Monotype Sorts" pitchFamily="-84" charset="2"/>
              <a:buNone/>
              <a:defRPr/>
            </a:pPr>
            <a:endParaRPr lang="en-US" altLang="en-US" dirty="0">
              <a:cs typeface="ＭＳ Ｐゴシック" charset="-128"/>
            </a:endParaRPr>
          </a:p>
          <a:p>
            <a:pPr>
              <a:defRPr/>
            </a:pPr>
            <a:r>
              <a:rPr lang="en-US" altLang="en-US" dirty="0">
                <a:cs typeface="ＭＳ Ｐゴシック" charset="-128"/>
              </a:rPr>
              <a:t>If thread has cancellation disabled, cancellation remains pending until thread enables it</a:t>
            </a:r>
          </a:p>
          <a:p>
            <a:pPr>
              <a:defRPr/>
            </a:pPr>
            <a:r>
              <a:rPr lang="en-US" altLang="en-US" dirty="0">
                <a:cs typeface="ＭＳ Ｐゴシック" charset="-128"/>
              </a:rPr>
              <a:t>Default type is deferred</a:t>
            </a:r>
          </a:p>
          <a:p>
            <a:pPr lvl="1">
              <a:defRPr/>
            </a:pPr>
            <a:r>
              <a:rPr lang="en-US" altLang="en-US" dirty="0"/>
              <a:t>Cancellation only occurs when thread reaches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cancellation point</a:t>
            </a:r>
          </a:p>
          <a:p>
            <a:pPr lvl="2">
              <a:defRPr/>
            </a:pPr>
            <a:r>
              <a:rPr lang="en-US" altLang="en-US" dirty="0"/>
              <a:t>i.e., </a:t>
            </a:r>
            <a:r>
              <a:rPr lang="en-US" altLang="en-US" b="1" dirty="0" err="1">
                <a:latin typeface="Courier New" pitchFamily="49" charset="0"/>
                <a:cs typeface="Courier New" pitchFamily="49" charset="0"/>
              </a:rPr>
              <a:t>pthread_testcancel</a:t>
            </a:r>
            <a:r>
              <a:rPr lang="en-US" altLang="en-US" b="1" dirty="0">
                <a:latin typeface="Courier New" pitchFamily="49" charset="0"/>
                <a:cs typeface="Courier New" pitchFamily="49" charset="0"/>
              </a:rPr>
              <a:t>()</a:t>
            </a:r>
          </a:p>
          <a:p>
            <a:pPr lvl="2">
              <a:defRPr/>
            </a:pPr>
            <a:r>
              <a:rPr lang="en-US" altLang="en-US" dirty="0"/>
              <a:t>Then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cleanup handler </a:t>
            </a:r>
            <a:r>
              <a:rPr lang="en-US" altLang="en-US" dirty="0"/>
              <a:t>is invoked</a:t>
            </a:r>
          </a:p>
          <a:p>
            <a:pPr>
              <a:defRPr/>
            </a:pPr>
            <a:r>
              <a:rPr lang="en-US" altLang="en-US" dirty="0">
                <a:cs typeface="ＭＳ Ｐゴシック" charset="-128"/>
              </a:rPr>
              <a:t>On Linux systems, thread cancellation is handled through signals</a:t>
            </a:r>
          </a:p>
        </p:txBody>
      </p:sp>
      <p:pic>
        <p:nvPicPr>
          <p:cNvPr id="89091" name="Picture 1">
            <a:extLst>
              <a:ext uri="{FF2B5EF4-FFF2-40B4-BE49-F238E27FC236}">
                <a16:creationId xmlns:a16="http://schemas.microsoft.com/office/drawing/2014/main" id="{45A1D62A-4B0A-490B-8A95-06E0D48B950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84388" y="1963738"/>
            <a:ext cx="5100637" cy="904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7" name="Title 1">
            <a:extLst>
              <a:ext uri="{FF2B5EF4-FFF2-40B4-BE49-F238E27FC236}">
                <a16:creationId xmlns:a16="http://schemas.microsoft.com/office/drawing/2014/main" id="{0D1FBD27-2B69-44A9-A404-9835E77807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Thread Cancellation in Java</a:t>
            </a:r>
          </a:p>
        </p:txBody>
      </p:sp>
      <p:sp>
        <p:nvSpPr>
          <p:cNvPr id="91138" name="Content Placeholder 2">
            <a:extLst>
              <a:ext uri="{FF2B5EF4-FFF2-40B4-BE49-F238E27FC236}">
                <a16:creationId xmlns:a16="http://schemas.microsoft.com/office/drawing/2014/main" id="{75BEED4D-A616-43F0-AE72-2D49BC1B7C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Deferred cancellation uses the </a:t>
            </a:r>
            <a:r>
              <a:rPr lang="en-US" altLang="en-US" b="1">
                <a:latin typeface="Courier New" panose="02070309020205020404" pitchFamily="49" charset="0"/>
              </a:rPr>
              <a:t>interrupt()</a:t>
            </a:r>
            <a:r>
              <a:rPr lang="en-US" altLang="en-US"/>
              <a:t> method, which sets the interrupted status of a thread. </a:t>
            </a:r>
            <a:br>
              <a:rPr lang="en-US" altLang="en-US"/>
            </a:br>
            <a:r>
              <a:rPr lang="en-US" altLang="en-US"/>
              <a:t/>
            </a:r>
            <a:br>
              <a:rPr lang="en-US" altLang="en-US"/>
            </a:br>
            <a:r>
              <a:rPr lang="en-US" altLang="en-US"/>
              <a:t/>
            </a:r>
            <a:br>
              <a:rPr lang="en-US" altLang="en-US"/>
            </a:br>
            <a:r>
              <a:rPr lang="en-US" altLang="en-US"/>
              <a:t/>
            </a:r>
            <a:br>
              <a:rPr lang="en-US" altLang="en-US"/>
            </a:br>
            <a:r>
              <a:rPr lang="en-US" altLang="en-US"/>
              <a:t/>
            </a:r>
            <a:br>
              <a:rPr lang="en-US" altLang="en-US"/>
            </a:br>
            <a:r>
              <a:rPr lang="en-US" altLang="en-US"/>
              <a:t/>
            </a:r>
            <a:br>
              <a:rPr lang="en-US" altLang="en-US"/>
            </a:br>
            <a:endParaRPr lang="en-US" altLang="en-US"/>
          </a:p>
          <a:p>
            <a:r>
              <a:rPr lang="en-US" altLang="en-US"/>
              <a:t>A thread can then check to see if it has been interrupted:</a:t>
            </a:r>
          </a:p>
        </p:txBody>
      </p:sp>
      <p:pic>
        <p:nvPicPr>
          <p:cNvPr id="91139" name="Picture 3">
            <a:extLst>
              <a:ext uri="{FF2B5EF4-FFF2-40B4-BE49-F238E27FC236}">
                <a16:creationId xmlns:a16="http://schemas.microsoft.com/office/drawing/2014/main" id="{A5B25D66-7EE8-4C02-9916-79984531C3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41513" y="1812925"/>
            <a:ext cx="5715000" cy="180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1140" name="Picture 4">
            <a:extLst>
              <a:ext uri="{FF2B5EF4-FFF2-40B4-BE49-F238E27FC236}">
                <a16:creationId xmlns:a16="http://schemas.microsoft.com/office/drawing/2014/main" id="{B3E1EED7-AF5C-4949-B412-6DA9E936294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7688" y="4195763"/>
            <a:ext cx="5664200" cy="99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1" name="Rectangle 2">
            <a:extLst>
              <a:ext uri="{FF2B5EF4-FFF2-40B4-BE49-F238E27FC236}">
                <a16:creationId xmlns:a16="http://schemas.microsoft.com/office/drawing/2014/main" id="{2580DFDB-6ABD-4948-952F-076F0CA2C57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13537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Thread-Local Storage</a:t>
            </a:r>
          </a:p>
        </p:txBody>
      </p:sp>
      <p:sp>
        <p:nvSpPr>
          <p:cNvPr id="92162" name="Rectangle 3">
            <a:extLst>
              <a:ext uri="{FF2B5EF4-FFF2-40B4-BE49-F238E27FC236}">
                <a16:creationId xmlns:a16="http://schemas.microsoft.com/office/drawing/2014/main" id="{1C7EAF96-DD82-4FEA-A725-EF91F94C0DC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06449" y="1233488"/>
            <a:ext cx="7768383" cy="4478337"/>
          </a:xfrm>
        </p:spPr>
        <p:txBody>
          <a:bodyPr/>
          <a:lstStyle/>
          <a:p>
            <a:r>
              <a:rPr lang="en-US" altLang="en-US" b="1" dirty="0">
                <a:solidFill>
                  <a:srgbClr val="006699"/>
                </a:solidFill>
                <a:latin typeface="+mj-lt"/>
              </a:rPr>
              <a:t>Thread-local storage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(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TLS</a:t>
            </a:r>
            <a:r>
              <a:rPr lang="en-US" altLang="en-US" dirty="0"/>
              <a:t>) allows each thread to have its own copy of data</a:t>
            </a:r>
          </a:p>
          <a:p>
            <a:r>
              <a:rPr lang="en-US" altLang="en-US" dirty="0"/>
              <a:t>Useful when you do not have control over the thread creation process (i.e., when using a thread pool)</a:t>
            </a:r>
          </a:p>
          <a:p>
            <a:r>
              <a:rPr lang="en-US" altLang="en-US" dirty="0"/>
              <a:t>Different from local variables</a:t>
            </a:r>
          </a:p>
          <a:p>
            <a:pPr lvl="1"/>
            <a:r>
              <a:rPr lang="en-US" altLang="en-US" dirty="0"/>
              <a:t>Local variables visible only during single function invocation</a:t>
            </a:r>
          </a:p>
          <a:p>
            <a:pPr lvl="1"/>
            <a:r>
              <a:rPr lang="en-US" altLang="en-US" dirty="0"/>
              <a:t>TLS visible across function invocations</a:t>
            </a:r>
          </a:p>
          <a:p>
            <a:r>
              <a:rPr lang="en-US" altLang="en-US" dirty="0"/>
              <a:t>Similar to </a:t>
            </a:r>
            <a:r>
              <a:rPr lang="en-US" altLang="en-US" b="1" dirty="0">
                <a:latin typeface="Courier New" panose="02070309020205020404" pitchFamily="49" charset="0"/>
              </a:rPr>
              <a:t>static</a:t>
            </a:r>
            <a:r>
              <a:rPr lang="en-US" altLang="en-US" dirty="0"/>
              <a:t> data</a:t>
            </a:r>
          </a:p>
          <a:p>
            <a:pPr lvl="1"/>
            <a:r>
              <a:rPr lang="en-US" altLang="en-US" dirty="0"/>
              <a:t>TLS is unique to each thread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09" name="Rectangle 2">
            <a:extLst>
              <a:ext uri="{FF2B5EF4-FFF2-40B4-BE49-F238E27FC236}">
                <a16:creationId xmlns:a16="http://schemas.microsoft.com/office/drawing/2014/main" id="{65E82D8D-F606-4BB6-910E-3E1D7A764C2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60463" y="228830"/>
            <a:ext cx="7526337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Scheduler Activations</a:t>
            </a:r>
          </a:p>
        </p:txBody>
      </p:sp>
      <p:sp>
        <p:nvSpPr>
          <p:cNvPr id="94210" name="Rectangle 3">
            <a:extLst>
              <a:ext uri="{FF2B5EF4-FFF2-40B4-BE49-F238E27FC236}">
                <a16:creationId xmlns:a16="http://schemas.microsoft.com/office/drawing/2014/main" id="{A8495397-A30B-4D32-9963-DA7E646999A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06450" y="1017588"/>
            <a:ext cx="5316538" cy="4964112"/>
          </a:xfrm>
        </p:spPr>
        <p:txBody>
          <a:bodyPr/>
          <a:lstStyle/>
          <a:p>
            <a:r>
              <a:rPr lang="en-US" altLang="en-US" dirty="0"/>
              <a:t>Both M:M and Two-level models require communication to maintain the appropriate number of kernel threads allocated to the application</a:t>
            </a:r>
          </a:p>
          <a:p>
            <a:r>
              <a:rPr lang="en-US" altLang="en-US" dirty="0"/>
              <a:t>Typically use an intermediate data structure between user and kernel threads –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lightweight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process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(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LWP</a:t>
            </a:r>
            <a:r>
              <a:rPr lang="en-US" altLang="en-US" dirty="0"/>
              <a:t>)</a:t>
            </a:r>
          </a:p>
          <a:p>
            <a:pPr lvl="1"/>
            <a:r>
              <a:rPr lang="en-US" altLang="en-US" dirty="0"/>
              <a:t>Appears to be a virtual processor on which process can schedule user thread to run</a:t>
            </a:r>
          </a:p>
          <a:p>
            <a:pPr lvl="1"/>
            <a:r>
              <a:rPr lang="en-US" altLang="en-US" dirty="0"/>
              <a:t>Each LWP attached to kernel thread</a:t>
            </a:r>
          </a:p>
          <a:p>
            <a:pPr lvl="1"/>
            <a:r>
              <a:rPr lang="en-US" altLang="en-US" dirty="0"/>
              <a:t>How many LWPs to create?</a:t>
            </a:r>
          </a:p>
          <a:p>
            <a:r>
              <a:rPr lang="en-US" altLang="en-US" dirty="0"/>
              <a:t>Scheduler activations provide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upcalls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- a communication mechanism from the kernel to the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upcall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handler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in the thread library</a:t>
            </a:r>
          </a:p>
          <a:p>
            <a:r>
              <a:rPr lang="en-US" altLang="en-US" dirty="0"/>
              <a:t>This communication allows an application to maintain the correct number kernel threads</a:t>
            </a:r>
          </a:p>
        </p:txBody>
      </p:sp>
      <p:pic>
        <p:nvPicPr>
          <p:cNvPr id="94211" name="Picture 1">
            <a:extLst>
              <a:ext uri="{FF2B5EF4-FFF2-40B4-BE49-F238E27FC236}">
                <a16:creationId xmlns:a16="http://schemas.microsoft.com/office/drawing/2014/main" id="{7DC26CCE-1C29-4F40-8E4C-6E7777036F8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56363" y="2416175"/>
            <a:ext cx="2352675" cy="2166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7" name="Rectangle 2">
            <a:extLst>
              <a:ext uri="{FF2B5EF4-FFF2-40B4-BE49-F238E27FC236}">
                <a16:creationId xmlns:a16="http://schemas.microsoft.com/office/drawing/2014/main" id="{1BE107B7-66B8-4C35-8B17-BBEE9D169FDE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025525" y="228830"/>
            <a:ext cx="7673975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Operating System Examples</a:t>
            </a:r>
          </a:p>
        </p:txBody>
      </p:sp>
      <p:sp>
        <p:nvSpPr>
          <p:cNvPr id="96258" name="Rectangle 3">
            <a:extLst>
              <a:ext uri="{FF2B5EF4-FFF2-40B4-BE49-F238E27FC236}">
                <a16:creationId xmlns:a16="http://schemas.microsoft.com/office/drawing/2014/main" id="{62E93B1B-E3ED-4356-9357-11040365D033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806450" y="1233488"/>
            <a:ext cx="7469188" cy="4492625"/>
          </a:xfrm>
        </p:spPr>
        <p:txBody>
          <a:bodyPr/>
          <a:lstStyle/>
          <a:p>
            <a:r>
              <a:rPr lang="en-US" altLang="en-US"/>
              <a:t>Windows Threads</a:t>
            </a:r>
          </a:p>
          <a:p>
            <a:r>
              <a:rPr lang="en-US" altLang="en-US"/>
              <a:t>Linux Threads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5" name="Rectangle 2">
            <a:extLst>
              <a:ext uri="{FF2B5EF4-FFF2-40B4-BE49-F238E27FC236}">
                <a16:creationId xmlns:a16="http://schemas.microsoft.com/office/drawing/2014/main" id="{119AA1B0-0B6B-4557-94CD-C696EC502A4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30641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Windows Threads</a:t>
            </a:r>
          </a:p>
        </p:txBody>
      </p:sp>
      <p:sp>
        <p:nvSpPr>
          <p:cNvPr id="98306" name="Rectangle 3">
            <a:extLst>
              <a:ext uri="{FF2B5EF4-FFF2-40B4-BE49-F238E27FC236}">
                <a16:creationId xmlns:a16="http://schemas.microsoft.com/office/drawing/2014/main" id="{9A0C3CF5-1789-4524-A426-288D6840800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21095" y="1130300"/>
            <a:ext cx="7763068" cy="5141913"/>
          </a:xfrm>
        </p:spPr>
        <p:txBody>
          <a:bodyPr/>
          <a:lstStyle/>
          <a:p>
            <a:r>
              <a:rPr lang="en-US" altLang="en-US" dirty="0"/>
              <a:t>Windows API – primary API for Windows applications</a:t>
            </a:r>
          </a:p>
          <a:p>
            <a:r>
              <a:rPr lang="en-US" altLang="en-US" dirty="0"/>
              <a:t>Implements the one-to-one mapping, kernel-level</a:t>
            </a:r>
          </a:p>
          <a:p>
            <a:r>
              <a:rPr lang="en-US" altLang="en-US" dirty="0"/>
              <a:t>Each thread contains</a:t>
            </a:r>
          </a:p>
          <a:p>
            <a:pPr lvl="1"/>
            <a:r>
              <a:rPr lang="en-US" altLang="en-US" dirty="0"/>
              <a:t>A thread id</a:t>
            </a:r>
          </a:p>
          <a:p>
            <a:pPr lvl="1"/>
            <a:r>
              <a:rPr lang="en-US" altLang="en-US" dirty="0"/>
              <a:t>Register set representing state of processor</a:t>
            </a:r>
          </a:p>
          <a:p>
            <a:pPr lvl="1"/>
            <a:r>
              <a:rPr lang="en-US" altLang="en-US" dirty="0"/>
              <a:t>Separate user and kernel stacks for when thread runs in user mode or kernel mode</a:t>
            </a:r>
          </a:p>
          <a:p>
            <a:pPr lvl="1"/>
            <a:r>
              <a:rPr lang="en-US" altLang="en-US" dirty="0"/>
              <a:t>Private data storage area used by run-time libraries and dynamic link libraries (DLLs)</a:t>
            </a:r>
          </a:p>
          <a:p>
            <a:r>
              <a:rPr lang="en-US" altLang="en-US" dirty="0"/>
              <a:t>The register set, stacks, and private storage area are known as the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context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of the thread</a:t>
            </a:r>
          </a:p>
          <a:p>
            <a:pPr>
              <a:buFont typeface="Monotype Sorts" pitchFamily="-84" charset="2"/>
              <a:buNone/>
            </a:pPr>
            <a:endParaRPr lang="en-US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3" name="Rectangle 2">
            <a:extLst>
              <a:ext uri="{FF2B5EF4-FFF2-40B4-BE49-F238E27FC236}">
                <a16:creationId xmlns:a16="http://schemas.microsoft.com/office/drawing/2014/main" id="{706217A8-F3F8-485D-B043-6CC2F9CD5B4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30647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Windows Threads (Cont.)</a:t>
            </a:r>
          </a:p>
        </p:txBody>
      </p:sp>
      <p:sp>
        <p:nvSpPr>
          <p:cNvPr id="100354" name="Rectangle 3">
            <a:extLst>
              <a:ext uri="{FF2B5EF4-FFF2-40B4-BE49-F238E27FC236}">
                <a16:creationId xmlns:a16="http://schemas.microsoft.com/office/drawing/2014/main" id="{80C93C6D-5B8E-43FC-AA4D-622881817AB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27088" y="1206500"/>
            <a:ext cx="7701092" cy="5141913"/>
          </a:xfrm>
        </p:spPr>
        <p:txBody>
          <a:bodyPr/>
          <a:lstStyle/>
          <a:p>
            <a:r>
              <a:rPr lang="en-US" altLang="en-US" dirty="0"/>
              <a:t>The primary data structures of a thread include:</a:t>
            </a:r>
          </a:p>
          <a:p>
            <a:pPr lvl="1"/>
            <a:r>
              <a:rPr lang="en-US" altLang="en-US" dirty="0"/>
              <a:t>ETHREAD (executive thread block) – includes pointer to process to which thread belongs and to KTHREAD, in kernel space</a:t>
            </a:r>
          </a:p>
          <a:p>
            <a:pPr lvl="1"/>
            <a:r>
              <a:rPr lang="en-US" altLang="en-US" dirty="0"/>
              <a:t>KTHREAD (kernel thread block) – scheduling and synchronization info, kernel-mode stack, pointer to TEB, in kernel space</a:t>
            </a:r>
          </a:p>
          <a:p>
            <a:pPr lvl="1"/>
            <a:r>
              <a:rPr lang="en-US" altLang="en-US" dirty="0"/>
              <a:t>TEB (thread environment block) – thread id, user-mode stack, thread-local storage, in user space</a:t>
            </a:r>
          </a:p>
          <a:p>
            <a:pPr>
              <a:buFont typeface="Monotype Sorts" pitchFamily="-84" charset="2"/>
              <a:buNone/>
            </a:pPr>
            <a:endParaRPr lang="en-US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1" name="Title 1">
            <a:extLst>
              <a:ext uri="{FF2B5EF4-FFF2-40B4-BE49-F238E27FC236}">
                <a16:creationId xmlns:a16="http://schemas.microsoft.com/office/drawing/2014/main" id="{58ED7928-B775-4E93-B427-ECD5DC52C874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151874" y="228830"/>
            <a:ext cx="7693025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Windows Threads Data Structures</a:t>
            </a:r>
          </a:p>
        </p:txBody>
      </p:sp>
      <p:pic>
        <p:nvPicPr>
          <p:cNvPr id="102402" name="Picture 1">
            <a:extLst>
              <a:ext uri="{FF2B5EF4-FFF2-40B4-BE49-F238E27FC236}">
                <a16:creationId xmlns:a16="http://schemas.microsoft.com/office/drawing/2014/main" id="{484A094D-1D6D-4AEC-B6E2-DD851672B4D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8100" y="1498600"/>
            <a:ext cx="4306888" cy="4157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49" name="Rectangle 2">
            <a:extLst>
              <a:ext uri="{FF2B5EF4-FFF2-40B4-BE49-F238E27FC236}">
                <a16:creationId xmlns:a16="http://schemas.microsoft.com/office/drawing/2014/main" id="{A83B2EB4-BA9F-4468-9748-66079CAC4F8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25461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Linux Threads</a:t>
            </a:r>
          </a:p>
        </p:txBody>
      </p:sp>
      <p:sp>
        <p:nvSpPr>
          <p:cNvPr id="44035" name="Rectangle 3">
            <a:extLst>
              <a:ext uri="{FF2B5EF4-FFF2-40B4-BE49-F238E27FC236}">
                <a16:creationId xmlns:a16="http://schemas.microsoft.com/office/drawing/2014/main" id="{89CC8EC9-347D-4989-9EE5-6AE0B546CD3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77888" y="1092200"/>
            <a:ext cx="7594308" cy="4495800"/>
          </a:xfrm>
        </p:spPr>
        <p:txBody>
          <a:bodyPr/>
          <a:lstStyle/>
          <a:p>
            <a:pPr>
              <a:defRPr/>
            </a:pPr>
            <a:r>
              <a:rPr lang="en-US" altLang="en-US" dirty="0">
                <a:cs typeface="ＭＳ Ｐゴシック" charset="-128"/>
              </a:rPr>
              <a:t>Linux refers to them as </a:t>
            </a:r>
            <a:r>
              <a:rPr lang="en-US" altLang="en-US" b="1" i="1" dirty="0">
                <a:cs typeface="ＭＳ Ｐゴシック" charset="-128"/>
              </a:rPr>
              <a:t>tasks</a:t>
            </a:r>
            <a:r>
              <a:rPr lang="en-US" altLang="en-US" dirty="0">
                <a:cs typeface="ＭＳ Ｐゴシック" charset="-128"/>
              </a:rPr>
              <a:t> rather than </a:t>
            </a:r>
            <a:r>
              <a:rPr lang="en-US" altLang="en-US" b="1" i="1" dirty="0">
                <a:cs typeface="ＭＳ Ｐゴシック" charset="-128"/>
              </a:rPr>
              <a:t>threads</a:t>
            </a:r>
            <a:endParaRPr lang="en-US" altLang="en-US" dirty="0">
              <a:cs typeface="ＭＳ Ｐゴシック" charset="-128"/>
            </a:endParaRPr>
          </a:p>
          <a:p>
            <a:pPr>
              <a:defRPr/>
            </a:pPr>
            <a:r>
              <a:rPr lang="en-US" altLang="en-US" dirty="0">
                <a:cs typeface="ＭＳ Ｐゴシック" charset="-128"/>
              </a:rPr>
              <a:t>Thread creation is done through </a:t>
            </a:r>
            <a:r>
              <a:rPr lang="en-US" altLang="en-US" b="1" dirty="0">
                <a:latin typeface="Courier New" pitchFamily="49" charset="0"/>
                <a:cs typeface="Courier New" pitchFamily="49" charset="0"/>
              </a:rPr>
              <a:t>clone()</a:t>
            </a:r>
            <a:r>
              <a:rPr lang="en-US" altLang="en-US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en-US" dirty="0">
                <a:cs typeface="ＭＳ Ｐゴシック" charset="-128"/>
              </a:rPr>
              <a:t>system call</a:t>
            </a:r>
          </a:p>
          <a:p>
            <a:pPr>
              <a:defRPr/>
            </a:pPr>
            <a:r>
              <a:rPr lang="en-US" altLang="en-US" b="1" dirty="0">
                <a:latin typeface="Courier New" pitchFamily="49" charset="0"/>
                <a:cs typeface="Courier New" pitchFamily="49" charset="0"/>
              </a:rPr>
              <a:t>clone() </a:t>
            </a:r>
            <a:r>
              <a:rPr lang="en-US" altLang="en-US" dirty="0">
                <a:cs typeface="ＭＳ Ｐゴシック" charset="-128"/>
              </a:rPr>
              <a:t>allows a child task to share the address space of the parent task (process)</a:t>
            </a:r>
          </a:p>
          <a:p>
            <a:pPr lvl="1">
              <a:defRPr/>
            </a:pPr>
            <a:r>
              <a:rPr lang="en-US" altLang="en-US" dirty="0"/>
              <a:t>Flags control behavior</a:t>
            </a:r>
          </a:p>
          <a:p>
            <a:pPr lvl="1">
              <a:defRPr/>
            </a:pPr>
            <a:endParaRPr lang="en-US" altLang="en-US" dirty="0"/>
          </a:p>
          <a:p>
            <a:pPr lvl="1">
              <a:defRPr/>
            </a:pPr>
            <a:endParaRPr lang="en-US" altLang="en-US" dirty="0"/>
          </a:p>
          <a:p>
            <a:pPr lvl="1">
              <a:defRPr/>
            </a:pPr>
            <a:endParaRPr lang="en-US" altLang="en-US" dirty="0"/>
          </a:p>
          <a:p>
            <a:pPr marL="457200" lvl="1" indent="0">
              <a:buFont typeface="Monotype Sorts" pitchFamily="-84" charset="2"/>
              <a:buNone/>
              <a:defRPr/>
            </a:pPr>
            <a:endParaRPr lang="en-US" altLang="en-US" dirty="0"/>
          </a:p>
          <a:p>
            <a:pPr>
              <a:buFont typeface="Monotype Sorts" pitchFamily="-84" charset="2"/>
              <a:buNone/>
              <a:defRPr/>
            </a:pPr>
            <a:endParaRPr lang="en-US" altLang="en-US" dirty="0">
              <a:latin typeface="Courier New" pitchFamily="49" charset="0"/>
              <a:cs typeface="Courier New" pitchFamily="49" charset="0"/>
            </a:endParaRPr>
          </a:p>
          <a:p>
            <a:pPr>
              <a:defRPr/>
            </a:pPr>
            <a:r>
              <a:rPr lang="en-US" altLang="en-US" b="1" dirty="0" err="1">
                <a:latin typeface="Courier New" pitchFamily="49" charset="0"/>
                <a:cs typeface="Courier New" pitchFamily="49" charset="0"/>
              </a:rPr>
              <a:t>struct</a:t>
            </a:r>
            <a:r>
              <a:rPr lang="en-US" altLang="en-US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en-US" b="1" dirty="0" err="1">
                <a:latin typeface="Courier New" pitchFamily="49" charset="0"/>
                <a:cs typeface="Courier New" pitchFamily="49" charset="0"/>
              </a:rPr>
              <a:t>task_struct</a:t>
            </a:r>
            <a:r>
              <a:rPr lang="en-US" altLang="en-US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en-US" dirty="0">
                <a:cs typeface="Courier New" pitchFamily="49" charset="0"/>
              </a:rPr>
              <a:t>points to process data structures (shared or unique)</a:t>
            </a:r>
            <a:endParaRPr lang="en-US" altLang="en-US" dirty="0">
              <a:latin typeface="Courier New" pitchFamily="49" charset="0"/>
              <a:cs typeface="Courier New" pitchFamily="49" charset="0"/>
            </a:endParaRPr>
          </a:p>
          <a:p>
            <a:pPr>
              <a:defRPr/>
            </a:pPr>
            <a:endParaRPr lang="en-US" altLang="en-US" dirty="0">
              <a:cs typeface="ＭＳ Ｐゴシック" charset="-128"/>
            </a:endParaRPr>
          </a:p>
        </p:txBody>
      </p:sp>
      <p:pic>
        <p:nvPicPr>
          <p:cNvPr id="104451" name="Picture 1">
            <a:extLst>
              <a:ext uri="{FF2B5EF4-FFF2-40B4-BE49-F238E27FC236}">
                <a16:creationId xmlns:a16="http://schemas.microsoft.com/office/drawing/2014/main" id="{4A30D8FF-ECBB-4EF4-9DE7-A53BC09DF08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16200" y="3032125"/>
            <a:ext cx="3954463" cy="1441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7" name="Rectangle 2">
            <a:extLst>
              <a:ext uri="{FF2B5EF4-FFF2-40B4-BE49-F238E27FC236}">
                <a16:creationId xmlns:a16="http://schemas.microsoft.com/office/drawing/2014/main" id="{1A4E1028-A5C4-45A4-B6C0-DFAAAFA6FD84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795338"/>
            <a:ext cx="7772400" cy="2127250"/>
          </a:xfrm>
        </p:spPr>
        <p:txBody>
          <a:bodyPr/>
          <a:lstStyle/>
          <a:p>
            <a:pPr eaLnBrk="1" hangingPunct="1"/>
            <a:r>
              <a:rPr lang="en-US" altLang="en-US"/>
              <a:t>End of Chapter 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s-8">
  <a:themeElements>
    <a:clrScheme name="os-8 8">
      <a:dk1>
        <a:srgbClr val="000000"/>
      </a:dk1>
      <a:lt1>
        <a:srgbClr val="FFFFFF"/>
      </a:lt1>
      <a:dk2>
        <a:srgbClr val="999900"/>
      </a:dk2>
      <a:lt2>
        <a:srgbClr val="666600"/>
      </a:lt2>
      <a:accent1>
        <a:srgbClr val="99CC00"/>
      </a:accent1>
      <a:accent2>
        <a:srgbClr val="CCCC66"/>
      </a:accent2>
      <a:accent3>
        <a:srgbClr val="FFFFFF"/>
      </a:accent3>
      <a:accent4>
        <a:srgbClr val="000000"/>
      </a:accent4>
      <a:accent5>
        <a:srgbClr val="CAE2AA"/>
      </a:accent5>
      <a:accent6>
        <a:srgbClr val="B9B95C"/>
      </a:accent6>
      <a:hlink>
        <a:srgbClr val="FFCC00"/>
      </a:hlink>
      <a:folHlink>
        <a:srgbClr val="CC9900"/>
      </a:folHlink>
    </a:clrScheme>
    <a:fontScheme name="os-8">
      <a:majorFont>
        <a:latin typeface="Arial"/>
        <a:ea typeface=""/>
        <a:cs typeface=""/>
      </a:majorFont>
      <a:minorFont>
        <a:latin typeface="Helvetic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Verdana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Verdana" charset="0"/>
          </a:defRPr>
        </a:defPPr>
      </a:lstStyle>
    </a:lnDef>
  </a:objectDefaults>
  <a:extraClrSchemeLst>
    <a:extraClrScheme>
      <a:clrScheme name="os-8 1">
        <a:dk1>
          <a:srgbClr val="006699"/>
        </a:dk1>
        <a:lt1>
          <a:srgbClr val="FFFFFF"/>
        </a:lt1>
        <a:dk2>
          <a:srgbClr val="000000"/>
        </a:dk2>
        <a:lt2>
          <a:srgbClr val="99FF99"/>
        </a:lt2>
        <a:accent1>
          <a:srgbClr val="00CC99"/>
        </a:accent1>
        <a:accent2>
          <a:srgbClr val="009999"/>
        </a:accent2>
        <a:accent3>
          <a:srgbClr val="AAAAAA"/>
        </a:accent3>
        <a:accent4>
          <a:srgbClr val="DADADA"/>
        </a:accent4>
        <a:accent5>
          <a:srgbClr val="AAE2CA"/>
        </a:accent5>
        <a:accent6>
          <a:srgbClr val="008A8A"/>
        </a:accent6>
        <a:hlink>
          <a:srgbClr val="0066FF"/>
        </a:hlink>
        <a:folHlink>
          <a:srgbClr val="989CB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2">
        <a:dk1>
          <a:srgbClr val="808000"/>
        </a:dk1>
        <a:lt1>
          <a:srgbClr val="FFFFFF"/>
        </a:lt1>
        <a:dk2>
          <a:srgbClr val="5C271E"/>
        </a:dk2>
        <a:lt2>
          <a:srgbClr val="FFDD89"/>
        </a:lt2>
        <a:accent1>
          <a:srgbClr val="CC6600"/>
        </a:accent1>
        <a:accent2>
          <a:srgbClr val="CC9900"/>
        </a:accent2>
        <a:accent3>
          <a:srgbClr val="B5ACAB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3">
        <a:dk1>
          <a:srgbClr val="763B00"/>
        </a:dk1>
        <a:lt1>
          <a:srgbClr val="FFFFFF"/>
        </a:lt1>
        <a:dk2>
          <a:srgbClr val="330000"/>
        </a:dk2>
        <a:lt2>
          <a:srgbClr val="CC9900"/>
        </a:lt2>
        <a:accent1>
          <a:srgbClr val="FFCC00"/>
        </a:accent1>
        <a:accent2>
          <a:srgbClr val="CC3300"/>
        </a:accent2>
        <a:accent3>
          <a:srgbClr val="ADAAAA"/>
        </a:accent3>
        <a:accent4>
          <a:srgbClr val="DADADA"/>
        </a:accent4>
        <a:accent5>
          <a:srgbClr val="FFE2AA"/>
        </a:accent5>
        <a:accent6>
          <a:srgbClr val="B92D00"/>
        </a:accent6>
        <a:hlink>
          <a:srgbClr val="666699"/>
        </a:hlink>
        <a:folHlink>
          <a:srgbClr val="99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4">
        <a:dk1>
          <a:srgbClr val="6D3696"/>
        </a:dk1>
        <a:lt1>
          <a:srgbClr val="FFFFFF"/>
        </a:lt1>
        <a:dk2>
          <a:srgbClr val="51255D"/>
        </a:dk2>
        <a:lt2>
          <a:srgbClr val="FFFFCC"/>
        </a:lt2>
        <a:accent1>
          <a:srgbClr val="666699"/>
        </a:accent1>
        <a:accent2>
          <a:srgbClr val="800080"/>
        </a:accent2>
        <a:accent3>
          <a:srgbClr val="B3ACB6"/>
        </a:accent3>
        <a:accent4>
          <a:srgbClr val="DADADA"/>
        </a:accent4>
        <a:accent5>
          <a:srgbClr val="B8B8CA"/>
        </a:accent5>
        <a:accent6>
          <a:srgbClr val="730073"/>
        </a:accent6>
        <a:hlink>
          <a:srgbClr val="CCCC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5">
        <a:dk1>
          <a:srgbClr val="CC6600"/>
        </a:dk1>
        <a:lt1>
          <a:srgbClr val="FFFFFF"/>
        </a:lt1>
        <a:dk2>
          <a:srgbClr val="4A553B"/>
        </a:dk2>
        <a:lt2>
          <a:srgbClr val="FFBF1F"/>
        </a:lt2>
        <a:accent1>
          <a:srgbClr val="FFCC00"/>
        </a:accent1>
        <a:accent2>
          <a:srgbClr val="CC9900"/>
        </a:accent2>
        <a:accent3>
          <a:srgbClr val="B1B4AF"/>
        </a:accent3>
        <a:accent4>
          <a:srgbClr val="DADADA"/>
        </a:accent4>
        <a:accent5>
          <a:srgbClr val="FFE2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6">
        <a:dk1>
          <a:srgbClr val="000000"/>
        </a:dk1>
        <a:lt1>
          <a:srgbClr val="FFFFFF"/>
        </a:lt1>
        <a:dk2>
          <a:srgbClr val="666699"/>
        </a:dk2>
        <a:lt2>
          <a:srgbClr val="FFCC00"/>
        </a:lt2>
        <a:accent1>
          <a:srgbClr val="FF9900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0000"/>
        </a:accent6>
        <a:hlink>
          <a:srgbClr val="666699"/>
        </a:hlink>
        <a:folHlink>
          <a:srgbClr val="9999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-8 7">
        <a:dk1>
          <a:srgbClr val="000000"/>
        </a:dk1>
        <a:lt1>
          <a:srgbClr val="FFFFFF"/>
        </a:lt1>
        <a:dk2>
          <a:srgbClr val="CC3300"/>
        </a:dk2>
        <a:lt2>
          <a:srgbClr val="66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CC9900"/>
        </a:hlink>
        <a:folHlink>
          <a:srgbClr val="99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-8 8">
        <a:dk1>
          <a:srgbClr val="000000"/>
        </a:dk1>
        <a:lt1>
          <a:srgbClr val="FFFFFF"/>
        </a:lt1>
        <a:dk2>
          <a:srgbClr val="999900"/>
        </a:dk2>
        <a:lt2>
          <a:srgbClr val="666600"/>
        </a:lt2>
        <a:accent1>
          <a:srgbClr val="99CC00"/>
        </a:accent1>
        <a:accent2>
          <a:srgbClr val="CCCC66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B9B95C"/>
        </a:accent6>
        <a:hlink>
          <a:srgbClr val="FFCC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OS8</Template>
  <TotalTime>15499</TotalTime>
  <Words>1975</Words>
  <Application>Microsoft Office PowerPoint</Application>
  <PresentationFormat>Presentación en pantalla (4:3)</PresentationFormat>
  <Paragraphs>347</Paragraphs>
  <Slides>64</Slides>
  <Notes>39</Notes>
  <HiddenSlides>32</HiddenSlides>
  <MMClips>0</MMClips>
  <ScaleCrop>false</ScaleCrop>
  <HeadingPairs>
    <vt:vector size="6" baseType="variant">
      <vt:variant>
        <vt:lpstr>Fuentes usadas</vt:lpstr>
      </vt:variant>
      <vt:variant>
        <vt:i4>10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64</vt:i4>
      </vt:variant>
    </vt:vector>
  </HeadingPairs>
  <TitlesOfParts>
    <vt:vector size="75" baseType="lpstr">
      <vt:lpstr>ＭＳ Ｐゴシック</vt:lpstr>
      <vt:lpstr>ＭＳ Ｐゴシック</vt:lpstr>
      <vt:lpstr>Arial</vt:lpstr>
      <vt:lpstr>Courier New</vt:lpstr>
      <vt:lpstr>Helvetica</vt:lpstr>
      <vt:lpstr>Monotype Sorts</vt:lpstr>
      <vt:lpstr>Times New Roman</vt:lpstr>
      <vt:lpstr>Verdana</vt:lpstr>
      <vt:lpstr>Webdings</vt:lpstr>
      <vt:lpstr>Wingdings</vt:lpstr>
      <vt:lpstr>os-8</vt:lpstr>
      <vt:lpstr>Chapter 4:  Threads &amp; Concurrency </vt:lpstr>
      <vt:lpstr>Outline</vt:lpstr>
      <vt:lpstr>Objectives</vt:lpstr>
      <vt:lpstr>Motivation</vt:lpstr>
      <vt:lpstr>Single and Multithreaded Processes</vt:lpstr>
      <vt:lpstr>Multithreaded Server Architecture</vt:lpstr>
      <vt:lpstr>Benefits</vt:lpstr>
      <vt:lpstr>Multicore Programming</vt:lpstr>
      <vt:lpstr>Concurrency vs. Parallelism</vt:lpstr>
      <vt:lpstr>Multicore Programming</vt:lpstr>
      <vt:lpstr>Data and Task Parallelism</vt:lpstr>
      <vt:lpstr>Amdahl’s Law</vt:lpstr>
      <vt:lpstr>Amdahl’s Law</vt:lpstr>
      <vt:lpstr>User Threads and Kernel Threads</vt:lpstr>
      <vt:lpstr>User and Kernel Threads</vt:lpstr>
      <vt:lpstr>Multithreading Models</vt:lpstr>
      <vt:lpstr>Many-to-One</vt:lpstr>
      <vt:lpstr>One-to-One</vt:lpstr>
      <vt:lpstr>Many-to-Many Model</vt:lpstr>
      <vt:lpstr>Two-level Model</vt:lpstr>
      <vt:lpstr>Thread Libraries</vt:lpstr>
      <vt:lpstr>Pthreads</vt:lpstr>
      <vt:lpstr>Pthreads Example</vt:lpstr>
      <vt:lpstr>Pthreads Example (Cont.)</vt:lpstr>
      <vt:lpstr>Pthreads Code for Joining 10 Threads</vt:lpstr>
      <vt:lpstr>Windows  Multithreaded C Program</vt:lpstr>
      <vt:lpstr>Windows  Multithreaded C Program (Cont.)</vt:lpstr>
      <vt:lpstr>Java Threads</vt:lpstr>
      <vt:lpstr>Java Threads</vt:lpstr>
      <vt:lpstr>Java Executor Framework</vt:lpstr>
      <vt:lpstr>Java Executor Framework</vt:lpstr>
      <vt:lpstr>Java Executor Framework (Cont.)</vt:lpstr>
      <vt:lpstr>Implicit Threading</vt:lpstr>
      <vt:lpstr>Thread Pools</vt:lpstr>
      <vt:lpstr>Java Thread Pools</vt:lpstr>
      <vt:lpstr>Java Thread Pools (Cont.)</vt:lpstr>
      <vt:lpstr>Fork-Join Parallelism</vt:lpstr>
      <vt:lpstr>Fork-Join Parallelism</vt:lpstr>
      <vt:lpstr>Fork-Join Parallelism</vt:lpstr>
      <vt:lpstr>Fork-Join Parallelism in Java</vt:lpstr>
      <vt:lpstr>Fork-Join Parallelism in Java</vt:lpstr>
      <vt:lpstr>Fork-Join Parallelism in Java</vt:lpstr>
      <vt:lpstr>OpenMP</vt:lpstr>
      <vt:lpstr>Presentación de PowerPoint</vt:lpstr>
      <vt:lpstr>Grand Central Dispatch</vt:lpstr>
      <vt:lpstr>Grand Central Dispatch</vt:lpstr>
      <vt:lpstr>Grand Central Dispatch</vt:lpstr>
      <vt:lpstr>Intel Threading Building Blocks (TBB)</vt:lpstr>
      <vt:lpstr>Threading Issues</vt:lpstr>
      <vt:lpstr>Semantics of fork() and exec()</vt:lpstr>
      <vt:lpstr>Signal Handling</vt:lpstr>
      <vt:lpstr>Signal Handling (Cont.)</vt:lpstr>
      <vt:lpstr>Thread Cancellation</vt:lpstr>
      <vt:lpstr>Thread Cancellation</vt:lpstr>
      <vt:lpstr>Thread Cancellation (Cont.)</vt:lpstr>
      <vt:lpstr>Thread Cancellation in Java</vt:lpstr>
      <vt:lpstr>Thread-Local Storage</vt:lpstr>
      <vt:lpstr>Scheduler Activations</vt:lpstr>
      <vt:lpstr>Operating System Examples</vt:lpstr>
      <vt:lpstr>Windows Threads</vt:lpstr>
      <vt:lpstr>Windows Threads (Cont.)</vt:lpstr>
      <vt:lpstr>Windows Threads Data Structures</vt:lpstr>
      <vt:lpstr>Linux Threads</vt:lpstr>
      <vt:lpstr>End of Chapter 4</vt:lpstr>
    </vt:vector>
  </TitlesOfParts>
  <Company>Lucent Technologies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2.01</dc:title>
  <dc:creator>Lucent End User</dc:creator>
  <cp:lastModifiedBy>Pedro Mario Wightman Rojas</cp:lastModifiedBy>
  <cp:revision>227</cp:revision>
  <cp:lastPrinted>2013-09-10T17:57:57Z</cp:lastPrinted>
  <dcterms:created xsi:type="dcterms:W3CDTF">2011-01-13T23:43:38Z</dcterms:created>
  <dcterms:modified xsi:type="dcterms:W3CDTF">2025-07-28T15:34:35Z</dcterms:modified>
</cp:coreProperties>
</file>